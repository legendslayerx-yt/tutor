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embeddedFontLst>
    <p:embeddedFont>
      <p:font typeface="Proxima Nova"/>
      <p:regular r:id="rId14"/>
      <p:bold r:id="rId15"/>
      <p:italic r:id="rId16"/>
      <p:boldItalic r:id="rId17"/>
    </p:embeddedFont>
    <p:embeddedFont>
      <p:font typeface="Roboto"/>
      <p:regular r:id="rId18"/>
      <p:bold r:id="rId19"/>
      <p:italic r:id="rId20"/>
      <p:boldItalic r:id="rId21"/>
    </p:embeddedFont>
    <p:embeddedFont>
      <p:font typeface="Proxima Nova Semibold"/>
      <p:regular r:id="rId22"/>
      <p:bold r:id="rId23"/>
      <p:boldItalic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22" Type="http://schemas.openxmlformats.org/officeDocument/2006/relationships/font" Target="fonts/ProximaNovaSemibold-regular.fntdata"/><Relationship Id="rId21" Type="http://schemas.openxmlformats.org/officeDocument/2006/relationships/font" Target="fonts/Roboto-boldItalic.fntdata"/><Relationship Id="rId24" Type="http://schemas.openxmlformats.org/officeDocument/2006/relationships/font" Target="fonts/ProximaNovaSemibold-boldItalic.fntdata"/><Relationship Id="rId23" Type="http://schemas.openxmlformats.org/officeDocument/2006/relationships/font" Target="fonts/ProximaNovaSemibold-bold.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ProximaNova-bold.fntdata"/><Relationship Id="rId14" Type="http://schemas.openxmlformats.org/officeDocument/2006/relationships/font" Target="fonts/ProximaNova-regular.fntdata"/><Relationship Id="rId17" Type="http://schemas.openxmlformats.org/officeDocument/2006/relationships/font" Target="fonts/ProximaNova-boldItalic.fntdata"/><Relationship Id="rId16" Type="http://schemas.openxmlformats.org/officeDocument/2006/relationships/font" Target="fonts/ProximaNova-italic.fntdata"/><Relationship Id="rId19" Type="http://schemas.openxmlformats.org/officeDocument/2006/relationships/font" Target="fonts/Roboto-bold.fntdata"/><Relationship Id="rId1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297"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Targeted-Group-Practice-Guidance_suLiB#_luBzm"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coda.io/d/REAL-dSAT-Bootcamp-Tutor-Curriculum_di2evPrgvMf/Targeted-Group-Practice-Guidance_suLiB#_luBzm"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3f64edab5b_0_0: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3f64edab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ae9edada7d_0_39: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ae9edada7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1800"/>
              </a:spcAft>
              <a:buNone/>
            </a:pPr>
            <a:r>
              <a:rPr b="1" lang="en">
                <a:solidFill>
                  <a:schemeClr val="dk1"/>
                </a:solidFill>
              </a:rPr>
              <a:t>Follow “Targeted Group Practice Instructions” guidance </a:t>
            </a:r>
            <a:r>
              <a:rPr b="1" lang="en" u="sng">
                <a:solidFill>
                  <a:schemeClr val="hlink"/>
                </a:solidFill>
                <a:hlinkClick r:id="rId2"/>
              </a:rPr>
              <a:t>here</a:t>
            </a:r>
            <a:r>
              <a:rPr b="1" lang="en">
                <a:solidFill>
                  <a:schemeClr val="dk1"/>
                </a:solidFill>
              </a:rPr>
              <a:t>.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f2f439f7b5_0_179: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f2f439f7b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Pythagorean Theorem used on RIGHT triangles only</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f2f439f7b5_0_244: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f2f439f7b5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These are located in the SAT </a:t>
            </a:r>
            <a:r>
              <a:rPr b="1" lang="en">
                <a:solidFill>
                  <a:schemeClr val="dk1"/>
                </a:solidFill>
              </a:rPr>
              <a:t>reference</a:t>
            </a:r>
            <a:r>
              <a:rPr b="1" lang="en">
                <a:solidFill>
                  <a:schemeClr val="dk1"/>
                </a:solidFill>
              </a:rPr>
              <a:t> table, however you need to be able to </a:t>
            </a:r>
            <a:r>
              <a:rPr b="1" lang="en">
                <a:solidFill>
                  <a:schemeClr val="dk1"/>
                </a:solidFill>
              </a:rPr>
              <a:t>recognize</a:t>
            </a:r>
            <a:r>
              <a:rPr b="1" lang="en">
                <a:solidFill>
                  <a:schemeClr val="dk1"/>
                </a:solidFill>
              </a:rPr>
              <a:t> them- commonly by the angles</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Then you need to apply the side length relationships</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ae9edada7d_0_46: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ae9edada7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None/>
            </a:pPr>
            <a:r>
              <a:rPr b="1" lang="en">
                <a:solidFill>
                  <a:schemeClr val="dk1"/>
                </a:solidFill>
              </a:rPr>
              <a:t>Memorize SOH CAH TOA</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f2f439f7b5_0_257: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f2f439f7b5_0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Understand that the SOH CAH TOA fractions do NOT always correlate to the actual side lengths! They are RATIOS of the side lengths, and you need to </a:t>
            </a:r>
            <a:r>
              <a:rPr b="1" lang="en">
                <a:solidFill>
                  <a:schemeClr val="dk1"/>
                </a:solidFill>
              </a:rPr>
              <a:t>recognize that for harder questions!</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3f64edab5b_0_61:notes"/>
          <p:cNvSpPr/>
          <p:nvPr>
            <p:ph idx="2" type="sldImg"/>
          </p:nvPr>
        </p:nvSpPr>
        <p:spPr>
          <a:xfrm>
            <a:off x="381287"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3f64edab5b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a:solidFill>
                  <a:schemeClr val="dk1"/>
                </a:solidFill>
              </a:rPr>
              <a:t>Understand that the SOH CAH TOA fractions do NOT always correlate to the actual side lengths! They are RATIOS of the side lengths, and you need to recognize that for harder questions!</a:t>
            </a:r>
            <a:endParaRPr>
              <a:solidFill>
                <a:schemeClr val="dk1"/>
              </a:solidFill>
            </a:endParaRPr>
          </a:p>
          <a:p>
            <a:pPr indent="0" lvl="0" marL="0" rtl="0" algn="l">
              <a:lnSpc>
                <a:spcPct val="115000"/>
              </a:lnSpc>
              <a:spcBef>
                <a:spcPts val="180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800"/>
              </a:spcBef>
              <a:spcAft>
                <a:spcPts val="0"/>
              </a:spcAft>
              <a:buNone/>
            </a:pPr>
            <a:r>
              <a:t/>
            </a:r>
            <a:endParaRPr>
              <a:solidFill>
                <a:schemeClr val="dk1"/>
              </a:solidFill>
            </a:endParaRPr>
          </a:p>
          <a:p>
            <a:pPr indent="0" lvl="0" marL="0" rtl="0" algn="l">
              <a:spcBef>
                <a:spcPts val="180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3500" lIns="93500" spcFirstLastPara="1" rIns="93500" wrap="square" tIns="93500">
            <a:normAutofit/>
          </a:bodyPr>
          <a:lstStyle>
            <a:lvl1pPr lvl="0" algn="ctr">
              <a:spcBef>
                <a:spcPts val="0"/>
              </a:spcBef>
              <a:spcAft>
                <a:spcPts val="0"/>
              </a:spcAft>
              <a:buSzPts val="5300"/>
              <a:buNone/>
              <a:defRPr sz="5300"/>
            </a:lvl1pPr>
            <a:lvl2pPr lvl="1" algn="ctr">
              <a:spcBef>
                <a:spcPts val="0"/>
              </a:spcBef>
              <a:spcAft>
                <a:spcPts val="0"/>
              </a:spcAft>
              <a:buSzPts val="5300"/>
              <a:buNone/>
              <a:defRPr sz="5300"/>
            </a:lvl2pPr>
            <a:lvl3pPr lvl="2" algn="ctr">
              <a:spcBef>
                <a:spcPts val="0"/>
              </a:spcBef>
              <a:spcAft>
                <a:spcPts val="0"/>
              </a:spcAft>
              <a:buSzPts val="5300"/>
              <a:buNone/>
              <a:defRPr sz="5300"/>
            </a:lvl3pPr>
            <a:lvl4pPr lvl="3" algn="ctr">
              <a:spcBef>
                <a:spcPts val="0"/>
              </a:spcBef>
              <a:spcAft>
                <a:spcPts val="0"/>
              </a:spcAft>
              <a:buSzPts val="5300"/>
              <a:buNone/>
              <a:defRPr sz="5300"/>
            </a:lvl4pPr>
            <a:lvl5pPr lvl="4" algn="ctr">
              <a:spcBef>
                <a:spcPts val="0"/>
              </a:spcBef>
              <a:spcAft>
                <a:spcPts val="0"/>
              </a:spcAft>
              <a:buSzPts val="5300"/>
              <a:buNone/>
              <a:defRPr sz="5300"/>
            </a:lvl5pPr>
            <a:lvl6pPr lvl="5" algn="ctr">
              <a:spcBef>
                <a:spcPts val="0"/>
              </a:spcBef>
              <a:spcAft>
                <a:spcPts val="0"/>
              </a:spcAft>
              <a:buSzPts val="5300"/>
              <a:buNone/>
              <a:defRPr sz="5300"/>
            </a:lvl6pPr>
            <a:lvl7pPr lvl="6" algn="ctr">
              <a:spcBef>
                <a:spcPts val="0"/>
              </a:spcBef>
              <a:spcAft>
                <a:spcPts val="0"/>
              </a:spcAft>
              <a:buSzPts val="5300"/>
              <a:buNone/>
              <a:defRPr sz="5300"/>
            </a:lvl7pPr>
            <a:lvl8pPr lvl="7" algn="ctr">
              <a:spcBef>
                <a:spcPts val="0"/>
              </a:spcBef>
              <a:spcAft>
                <a:spcPts val="0"/>
              </a:spcAft>
              <a:buSzPts val="5300"/>
              <a:buNone/>
              <a:defRPr sz="5300"/>
            </a:lvl8pPr>
            <a:lvl9pPr lvl="8" algn="ctr">
              <a:spcBef>
                <a:spcPts val="0"/>
              </a:spcBef>
              <a:spcAft>
                <a:spcPts val="0"/>
              </a:spcAft>
              <a:buSzPts val="5300"/>
              <a:buNone/>
              <a:defRPr sz="53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3500" lIns="93500" spcFirstLastPara="1" rIns="93500" wrap="square" tIns="93500">
            <a:normAutofit/>
          </a:bodyPr>
          <a:lstStyle>
            <a:lvl1pPr lvl="0" algn="ctr">
              <a:lnSpc>
                <a:spcPct val="100000"/>
              </a:lnSpc>
              <a:spcBef>
                <a:spcPts val="0"/>
              </a:spcBef>
              <a:spcAft>
                <a:spcPts val="0"/>
              </a:spcAft>
              <a:buSzPts val="2900"/>
              <a:buNone/>
              <a:defRPr sz="2900"/>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3500" lIns="93500" spcFirstLastPara="1" rIns="93500" wrap="square" tIns="93500">
            <a:normAutofit/>
          </a:bodyPr>
          <a:lstStyle>
            <a:lvl1pPr lvl="0" algn="ctr">
              <a:spcBef>
                <a:spcPts val="0"/>
              </a:spcBef>
              <a:spcAft>
                <a:spcPts val="0"/>
              </a:spcAft>
              <a:buSzPts val="3700"/>
              <a:buNone/>
              <a:defRPr sz="3700"/>
            </a:lvl1pPr>
            <a:lvl2pPr lvl="1" algn="ctr">
              <a:spcBef>
                <a:spcPts val="0"/>
              </a:spcBef>
              <a:spcAft>
                <a:spcPts val="0"/>
              </a:spcAft>
              <a:buSzPts val="3700"/>
              <a:buNone/>
              <a:defRPr sz="3700"/>
            </a:lvl2pPr>
            <a:lvl3pPr lvl="2" algn="ctr">
              <a:spcBef>
                <a:spcPts val="0"/>
              </a:spcBef>
              <a:spcAft>
                <a:spcPts val="0"/>
              </a:spcAft>
              <a:buSzPts val="3700"/>
              <a:buNone/>
              <a:defRPr sz="3700"/>
            </a:lvl3pPr>
            <a:lvl4pPr lvl="3" algn="ctr">
              <a:spcBef>
                <a:spcPts val="0"/>
              </a:spcBef>
              <a:spcAft>
                <a:spcPts val="0"/>
              </a:spcAft>
              <a:buSzPts val="3700"/>
              <a:buNone/>
              <a:defRPr sz="3700"/>
            </a:lvl4pPr>
            <a:lvl5pPr lvl="4" algn="ctr">
              <a:spcBef>
                <a:spcPts val="0"/>
              </a:spcBef>
              <a:spcAft>
                <a:spcPts val="0"/>
              </a:spcAft>
              <a:buSzPts val="3700"/>
              <a:buNone/>
              <a:defRPr sz="3700"/>
            </a:lvl5pPr>
            <a:lvl6pPr lvl="5" algn="ctr">
              <a:spcBef>
                <a:spcPts val="0"/>
              </a:spcBef>
              <a:spcAft>
                <a:spcPts val="0"/>
              </a:spcAft>
              <a:buSzPts val="3700"/>
              <a:buNone/>
              <a:defRPr sz="3700"/>
            </a:lvl6pPr>
            <a:lvl7pPr lvl="6" algn="ctr">
              <a:spcBef>
                <a:spcPts val="0"/>
              </a:spcBef>
              <a:spcAft>
                <a:spcPts val="0"/>
              </a:spcAft>
              <a:buSzPts val="3700"/>
              <a:buNone/>
              <a:defRPr sz="3700"/>
            </a:lvl7pPr>
            <a:lvl8pPr lvl="7" algn="ctr">
              <a:spcBef>
                <a:spcPts val="0"/>
              </a:spcBef>
              <a:spcAft>
                <a:spcPts val="0"/>
              </a:spcAft>
              <a:buSzPts val="3700"/>
              <a:buNone/>
              <a:defRPr sz="3700"/>
            </a:lvl8pPr>
            <a:lvl9pPr lvl="8" algn="ctr">
              <a:spcBef>
                <a:spcPts val="0"/>
              </a:spcBef>
              <a:spcAft>
                <a:spcPts val="0"/>
              </a:spcAft>
              <a:buSzPts val="3700"/>
              <a:buNone/>
              <a:defRPr sz="37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3500" lIns="93500" spcFirstLastPara="1" rIns="93500" wrap="square" tIns="93500">
            <a:normAutofit/>
          </a:bodyPr>
          <a:lstStyle>
            <a:lvl1pPr lvl="0">
              <a:spcBef>
                <a:spcPts val="0"/>
              </a:spcBef>
              <a:spcAft>
                <a:spcPts val="0"/>
              </a:spcAft>
              <a:buSzPts val="2900"/>
              <a:buNone/>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3500" lIns="93500" spcFirstLastPara="1" rIns="93500" wrap="square" tIns="9350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3500" lIns="93500" spcFirstLastPara="1" rIns="93500" wrap="square" tIns="93500">
            <a:normAutofit/>
          </a:bodyPr>
          <a:lstStyle>
            <a:lvl1pPr lvl="0">
              <a:spcBef>
                <a:spcPts val="0"/>
              </a:spcBef>
              <a:spcAft>
                <a:spcPts val="0"/>
              </a:spcAft>
              <a:buSzPts val="2900"/>
              <a:buNone/>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3500" lIns="93500" spcFirstLastPara="1" rIns="93500" wrap="square" tIns="93500">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3500" lIns="93500" spcFirstLastPara="1" rIns="93500" wrap="square" tIns="93500">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3500" lIns="93500" spcFirstLastPara="1" rIns="93500" wrap="square" tIns="93500">
            <a:normAutofit/>
          </a:bodyPr>
          <a:lstStyle>
            <a:lvl1pPr lvl="0">
              <a:spcBef>
                <a:spcPts val="0"/>
              </a:spcBef>
              <a:spcAft>
                <a:spcPts val="0"/>
              </a:spcAft>
              <a:buSzPts val="2900"/>
              <a:buNone/>
              <a:defRPr/>
            </a:lvl1pPr>
            <a:lvl2pPr lvl="1">
              <a:spcBef>
                <a:spcPts val="0"/>
              </a:spcBef>
              <a:spcAft>
                <a:spcPts val="0"/>
              </a:spcAft>
              <a:buSzPts val="2900"/>
              <a:buNone/>
              <a:defRPr/>
            </a:lvl2pPr>
            <a:lvl3pPr lvl="2">
              <a:spcBef>
                <a:spcPts val="0"/>
              </a:spcBef>
              <a:spcAft>
                <a:spcPts val="0"/>
              </a:spcAft>
              <a:buSzPts val="2900"/>
              <a:buNone/>
              <a:defRPr/>
            </a:lvl3pPr>
            <a:lvl4pPr lvl="3">
              <a:spcBef>
                <a:spcPts val="0"/>
              </a:spcBef>
              <a:spcAft>
                <a:spcPts val="0"/>
              </a:spcAft>
              <a:buSzPts val="2900"/>
              <a:buNone/>
              <a:defRPr/>
            </a:lvl4pPr>
            <a:lvl5pPr lvl="4">
              <a:spcBef>
                <a:spcPts val="0"/>
              </a:spcBef>
              <a:spcAft>
                <a:spcPts val="0"/>
              </a:spcAft>
              <a:buSzPts val="2900"/>
              <a:buNone/>
              <a:defRPr/>
            </a:lvl5pPr>
            <a:lvl6pPr lvl="5">
              <a:spcBef>
                <a:spcPts val="0"/>
              </a:spcBef>
              <a:spcAft>
                <a:spcPts val="0"/>
              </a:spcAft>
              <a:buSzPts val="2900"/>
              <a:buNone/>
              <a:defRPr/>
            </a:lvl6pPr>
            <a:lvl7pPr lvl="6">
              <a:spcBef>
                <a:spcPts val="0"/>
              </a:spcBef>
              <a:spcAft>
                <a:spcPts val="0"/>
              </a:spcAft>
              <a:buSzPts val="2900"/>
              <a:buNone/>
              <a:defRPr/>
            </a:lvl7pPr>
            <a:lvl8pPr lvl="7">
              <a:spcBef>
                <a:spcPts val="0"/>
              </a:spcBef>
              <a:spcAft>
                <a:spcPts val="0"/>
              </a:spcAft>
              <a:buSzPts val="2900"/>
              <a:buNone/>
              <a:defRPr/>
            </a:lvl8pPr>
            <a:lvl9pPr lvl="8">
              <a:spcBef>
                <a:spcPts val="0"/>
              </a:spcBef>
              <a:spcAft>
                <a:spcPts val="0"/>
              </a:spcAft>
              <a:buSzPts val="29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3500" lIns="93500" spcFirstLastPara="1" rIns="93500" wrap="square" tIns="93500">
            <a:normAutofit/>
          </a:bodyPr>
          <a:lstStyle>
            <a:lvl1pPr lvl="0">
              <a:spcBef>
                <a:spcPts val="0"/>
              </a:spcBef>
              <a:spcAft>
                <a:spcPts val="0"/>
              </a:spcAft>
              <a:buSzPts val="2500"/>
              <a:buNone/>
              <a:defRPr sz="2500"/>
            </a:lvl1pPr>
            <a:lvl2pPr lvl="1">
              <a:spcBef>
                <a:spcPts val="0"/>
              </a:spcBef>
              <a:spcAft>
                <a:spcPts val="0"/>
              </a:spcAft>
              <a:buSzPts val="2500"/>
              <a:buNone/>
              <a:defRPr sz="2500"/>
            </a:lvl2pPr>
            <a:lvl3pPr lvl="2">
              <a:spcBef>
                <a:spcPts val="0"/>
              </a:spcBef>
              <a:spcAft>
                <a:spcPts val="0"/>
              </a:spcAft>
              <a:buSzPts val="2500"/>
              <a:buNone/>
              <a:defRPr sz="2500"/>
            </a:lvl3pPr>
            <a:lvl4pPr lvl="3">
              <a:spcBef>
                <a:spcPts val="0"/>
              </a:spcBef>
              <a:spcAft>
                <a:spcPts val="0"/>
              </a:spcAft>
              <a:buSzPts val="2500"/>
              <a:buNone/>
              <a:defRPr sz="2500"/>
            </a:lvl4pPr>
            <a:lvl5pPr lvl="4">
              <a:spcBef>
                <a:spcPts val="0"/>
              </a:spcBef>
              <a:spcAft>
                <a:spcPts val="0"/>
              </a:spcAft>
              <a:buSzPts val="2500"/>
              <a:buNone/>
              <a:defRPr sz="2500"/>
            </a:lvl5pPr>
            <a:lvl6pPr lvl="5">
              <a:spcBef>
                <a:spcPts val="0"/>
              </a:spcBef>
              <a:spcAft>
                <a:spcPts val="0"/>
              </a:spcAft>
              <a:buSzPts val="2500"/>
              <a:buNone/>
              <a:defRPr sz="2500"/>
            </a:lvl6pPr>
            <a:lvl7pPr lvl="6">
              <a:spcBef>
                <a:spcPts val="0"/>
              </a:spcBef>
              <a:spcAft>
                <a:spcPts val="0"/>
              </a:spcAft>
              <a:buSzPts val="2500"/>
              <a:buNone/>
              <a:defRPr sz="2500"/>
            </a:lvl7pPr>
            <a:lvl8pPr lvl="7">
              <a:spcBef>
                <a:spcPts val="0"/>
              </a:spcBef>
              <a:spcAft>
                <a:spcPts val="0"/>
              </a:spcAft>
              <a:buSzPts val="2500"/>
              <a:buNone/>
              <a:defRPr sz="2500"/>
            </a:lvl8pPr>
            <a:lvl9pPr lvl="8">
              <a:spcBef>
                <a:spcPts val="0"/>
              </a:spcBef>
              <a:spcAft>
                <a:spcPts val="0"/>
              </a:spcAft>
              <a:buSzPts val="2500"/>
              <a:buNone/>
              <a:defRPr sz="25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3500" lIns="93500" spcFirstLastPara="1" rIns="93500" wrap="square" tIns="93500">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3500" lIns="93500" spcFirstLastPara="1" rIns="93500" wrap="square" tIns="93500">
            <a:normAutofit/>
          </a:bodyPr>
          <a:lstStyle>
            <a:lvl1pPr lvl="0">
              <a:spcBef>
                <a:spcPts val="0"/>
              </a:spcBef>
              <a:spcAft>
                <a:spcPts val="0"/>
              </a:spcAft>
              <a:buSzPts val="4900"/>
              <a:buNone/>
              <a:defRPr sz="4900"/>
            </a:lvl1pPr>
            <a:lvl2pPr lvl="1">
              <a:spcBef>
                <a:spcPts val="0"/>
              </a:spcBef>
              <a:spcAft>
                <a:spcPts val="0"/>
              </a:spcAft>
              <a:buSzPts val="4900"/>
              <a:buNone/>
              <a:defRPr sz="4900"/>
            </a:lvl2pPr>
            <a:lvl3pPr lvl="2">
              <a:spcBef>
                <a:spcPts val="0"/>
              </a:spcBef>
              <a:spcAft>
                <a:spcPts val="0"/>
              </a:spcAft>
              <a:buSzPts val="4900"/>
              <a:buNone/>
              <a:defRPr sz="4900"/>
            </a:lvl3pPr>
            <a:lvl4pPr lvl="3">
              <a:spcBef>
                <a:spcPts val="0"/>
              </a:spcBef>
              <a:spcAft>
                <a:spcPts val="0"/>
              </a:spcAft>
              <a:buSzPts val="4900"/>
              <a:buNone/>
              <a:defRPr sz="4900"/>
            </a:lvl4pPr>
            <a:lvl5pPr lvl="4">
              <a:spcBef>
                <a:spcPts val="0"/>
              </a:spcBef>
              <a:spcAft>
                <a:spcPts val="0"/>
              </a:spcAft>
              <a:buSzPts val="4900"/>
              <a:buNone/>
              <a:defRPr sz="4900"/>
            </a:lvl5pPr>
            <a:lvl6pPr lvl="5">
              <a:spcBef>
                <a:spcPts val="0"/>
              </a:spcBef>
              <a:spcAft>
                <a:spcPts val="0"/>
              </a:spcAft>
              <a:buSzPts val="4900"/>
              <a:buNone/>
              <a:defRPr sz="4900"/>
            </a:lvl6pPr>
            <a:lvl7pPr lvl="6">
              <a:spcBef>
                <a:spcPts val="0"/>
              </a:spcBef>
              <a:spcAft>
                <a:spcPts val="0"/>
              </a:spcAft>
              <a:buSzPts val="4900"/>
              <a:buNone/>
              <a:defRPr sz="4900"/>
            </a:lvl7pPr>
            <a:lvl8pPr lvl="7">
              <a:spcBef>
                <a:spcPts val="0"/>
              </a:spcBef>
              <a:spcAft>
                <a:spcPts val="0"/>
              </a:spcAft>
              <a:buSzPts val="4900"/>
              <a:buNone/>
              <a:defRPr sz="4900"/>
            </a:lvl8pPr>
            <a:lvl9pPr lvl="8">
              <a:spcBef>
                <a:spcPts val="0"/>
              </a:spcBef>
              <a:spcAft>
                <a:spcPts val="0"/>
              </a:spcAft>
              <a:buSzPts val="4900"/>
              <a:buNone/>
              <a:defRPr sz="49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3500" lIns="93500" spcFirstLastPara="1" rIns="93500" wrap="square" tIns="93500">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3500" lIns="93500" spcFirstLastPara="1" rIns="93500" wrap="square" tIns="9350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3500" lIns="93500" spcFirstLastPara="1" rIns="93500" wrap="square" tIns="93500">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3500" lIns="93500" spcFirstLastPara="1" rIns="93500" wrap="square" tIns="93500">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3500" lIns="93500" spcFirstLastPara="1" rIns="93500" wrap="square" tIns="93500">
            <a:normAutofit/>
          </a:bodyPr>
          <a:lstStyle>
            <a:lvl1pPr lvl="0" algn="ctr">
              <a:spcBef>
                <a:spcPts val="0"/>
              </a:spcBef>
              <a:spcAft>
                <a:spcPts val="0"/>
              </a:spcAft>
              <a:buSzPts val="12200"/>
              <a:buNone/>
              <a:defRPr sz="12200"/>
            </a:lvl1pPr>
            <a:lvl2pPr lvl="1" algn="ctr">
              <a:spcBef>
                <a:spcPts val="0"/>
              </a:spcBef>
              <a:spcAft>
                <a:spcPts val="0"/>
              </a:spcAft>
              <a:buSzPts val="12200"/>
              <a:buNone/>
              <a:defRPr sz="12200"/>
            </a:lvl2pPr>
            <a:lvl3pPr lvl="2" algn="ctr">
              <a:spcBef>
                <a:spcPts val="0"/>
              </a:spcBef>
              <a:spcAft>
                <a:spcPts val="0"/>
              </a:spcAft>
              <a:buSzPts val="12200"/>
              <a:buNone/>
              <a:defRPr sz="12200"/>
            </a:lvl3pPr>
            <a:lvl4pPr lvl="3" algn="ctr">
              <a:spcBef>
                <a:spcPts val="0"/>
              </a:spcBef>
              <a:spcAft>
                <a:spcPts val="0"/>
              </a:spcAft>
              <a:buSzPts val="12200"/>
              <a:buNone/>
              <a:defRPr sz="12200"/>
            </a:lvl4pPr>
            <a:lvl5pPr lvl="4" algn="ctr">
              <a:spcBef>
                <a:spcPts val="0"/>
              </a:spcBef>
              <a:spcAft>
                <a:spcPts val="0"/>
              </a:spcAft>
              <a:buSzPts val="12200"/>
              <a:buNone/>
              <a:defRPr sz="12200"/>
            </a:lvl5pPr>
            <a:lvl6pPr lvl="5" algn="ctr">
              <a:spcBef>
                <a:spcPts val="0"/>
              </a:spcBef>
              <a:spcAft>
                <a:spcPts val="0"/>
              </a:spcAft>
              <a:buSzPts val="12200"/>
              <a:buNone/>
              <a:defRPr sz="12200"/>
            </a:lvl6pPr>
            <a:lvl7pPr lvl="6" algn="ctr">
              <a:spcBef>
                <a:spcPts val="0"/>
              </a:spcBef>
              <a:spcAft>
                <a:spcPts val="0"/>
              </a:spcAft>
              <a:buSzPts val="12200"/>
              <a:buNone/>
              <a:defRPr sz="12200"/>
            </a:lvl7pPr>
            <a:lvl8pPr lvl="7" algn="ctr">
              <a:spcBef>
                <a:spcPts val="0"/>
              </a:spcBef>
              <a:spcAft>
                <a:spcPts val="0"/>
              </a:spcAft>
              <a:buSzPts val="12200"/>
              <a:buNone/>
              <a:defRPr sz="12200"/>
            </a:lvl8pPr>
            <a:lvl9pPr lvl="8" algn="ctr">
              <a:spcBef>
                <a:spcPts val="0"/>
              </a:spcBef>
              <a:spcAft>
                <a:spcPts val="0"/>
              </a:spcAft>
              <a:buSzPts val="12200"/>
              <a:buNone/>
              <a:defRPr sz="122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3500" lIns="93500" spcFirstLastPara="1" rIns="93500" wrap="square" tIns="93500">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3500" lIns="93500" spcFirstLastPara="1" rIns="93500" wrap="square" tIns="935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p:nvPr/>
        </p:nvSpPr>
        <p:spPr>
          <a:xfrm flipH="1">
            <a:off x="8246400" y="4245925"/>
            <a:ext cx="897600" cy="897600"/>
          </a:xfrm>
          <a:prstGeom prst="rtTriangle">
            <a:avLst/>
          </a:prstGeom>
          <a:solidFill>
            <a:schemeClr val="lt1"/>
          </a:soli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55" name="Google Shape;55;p14"/>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56" name="Google Shape;56;p14"/>
          <p:cNvSpPr txBox="1"/>
          <p:nvPr>
            <p:ph type="ctrTitle"/>
          </p:nvPr>
        </p:nvSpPr>
        <p:spPr>
          <a:xfrm>
            <a:off x="390525" y="1819275"/>
            <a:ext cx="8222100" cy="933600"/>
          </a:xfrm>
          <a:prstGeom prst="rect">
            <a:avLst/>
          </a:prstGeom>
        </p:spPr>
        <p:txBody>
          <a:bodyPr anchorCtr="0" anchor="b" bIns="93500" lIns="93500" spcFirstLastPara="1" rIns="93500" wrap="square" tIns="93500">
            <a:noAutofit/>
          </a:bodyPr>
          <a:lstStyle>
            <a:lvl1pPr lvl="0" rtl="0">
              <a:spcBef>
                <a:spcPts val="0"/>
              </a:spcBef>
              <a:spcAft>
                <a:spcPts val="0"/>
              </a:spcAft>
              <a:buSzPts val="4900"/>
              <a:buNone/>
              <a:defRPr sz="4900"/>
            </a:lvl1pPr>
            <a:lvl2pPr lvl="1" rtl="0">
              <a:spcBef>
                <a:spcPts val="0"/>
              </a:spcBef>
              <a:spcAft>
                <a:spcPts val="0"/>
              </a:spcAft>
              <a:buSzPts val="4900"/>
              <a:buFont typeface="Proxima Nova"/>
              <a:buNone/>
              <a:defRPr sz="4900">
                <a:latin typeface="Proxima Nova"/>
                <a:ea typeface="Proxima Nova"/>
                <a:cs typeface="Proxima Nova"/>
                <a:sym typeface="Proxima Nova"/>
              </a:defRPr>
            </a:lvl2pPr>
            <a:lvl3pPr lvl="2" rtl="0">
              <a:spcBef>
                <a:spcPts val="0"/>
              </a:spcBef>
              <a:spcAft>
                <a:spcPts val="0"/>
              </a:spcAft>
              <a:buSzPts val="4900"/>
              <a:buFont typeface="Proxima Nova"/>
              <a:buNone/>
              <a:defRPr sz="4900">
                <a:latin typeface="Proxima Nova"/>
                <a:ea typeface="Proxima Nova"/>
                <a:cs typeface="Proxima Nova"/>
                <a:sym typeface="Proxima Nova"/>
              </a:defRPr>
            </a:lvl3pPr>
            <a:lvl4pPr lvl="3" rtl="0">
              <a:spcBef>
                <a:spcPts val="0"/>
              </a:spcBef>
              <a:spcAft>
                <a:spcPts val="0"/>
              </a:spcAft>
              <a:buSzPts val="4900"/>
              <a:buFont typeface="Proxima Nova"/>
              <a:buNone/>
              <a:defRPr sz="4900">
                <a:latin typeface="Proxima Nova"/>
                <a:ea typeface="Proxima Nova"/>
                <a:cs typeface="Proxima Nova"/>
                <a:sym typeface="Proxima Nova"/>
              </a:defRPr>
            </a:lvl4pPr>
            <a:lvl5pPr lvl="4" rtl="0">
              <a:spcBef>
                <a:spcPts val="0"/>
              </a:spcBef>
              <a:spcAft>
                <a:spcPts val="0"/>
              </a:spcAft>
              <a:buSzPts val="4900"/>
              <a:buFont typeface="Proxima Nova"/>
              <a:buNone/>
              <a:defRPr sz="4900">
                <a:latin typeface="Proxima Nova"/>
                <a:ea typeface="Proxima Nova"/>
                <a:cs typeface="Proxima Nova"/>
                <a:sym typeface="Proxima Nova"/>
              </a:defRPr>
            </a:lvl5pPr>
            <a:lvl6pPr lvl="5" rtl="0">
              <a:spcBef>
                <a:spcPts val="0"/>
              </a:spcBef>
              <a:spcAft>
                <a:spcPts val="0"/>
              </a:spcAft>
              <a:buSzPts val="4900"/>
              <a:buFont typeface="Proxima Nova"/>
              <a:buNone/>
              <a:defRPr sz="4900">
                <a:latin typeface="Proxima Nova"/>
                <a:ea typeface="Proxima Nova"/>
                <a:cs typeface="Proxima Nova"/>
                <a:sym typeface="Proxima Nova"/>
              </a:defRPr>
            </a:lvl6pPr>
            <a:lvl7pPr lvl="6" rtl="0">
              <a:spcBef>
                <a:spcPts val="0"/>
              </a:spcBef>
              <a:spcAft>
                <a:spcPts val="0"/>
              </a:spcAft>
              <a:buSzPts val="4900"/>
              <a:buFont typeface="Proxima Nova"/>
              <a:buNone/>
              <a:defRPr sz="4900">
                <a:latin typeface="Proxima Nova"/>
                <a:ea typeface="Proxima Nova"/>
                <a:cs typeface="Proxima Nova"/>
                <a:sym typeface="Proxima Nova"/>
              </a:defRPr>
            </a:lvl7pPr>
            <a:lvl8pPr lvl="7" rtl="0">
              <a:spcBef>
                <a:spcPts val="0"/>
              </a:spcBef>
              <a:spcAft>
                <a:spcPts val="0"/>
              </a:spcAft>
              <a:buSzPts val="4900"/>
              <a:buFont typeface="Proxima Nova"/>
              <a:buNone/>
              <a:defRPr sz="4900">
                <a:latin typeface="Proxima Nova"/>
                <a:ea typeface="Proxima Nova"/>
                <a:cs typeface="Proxima Nova"/>
                <a:sym typeface="Proxima Nova"/>
              </a:defRPr>
            </a:lvl8pPr>
            <a:lvl9pPr lvl="8" rtl="0">
              <a:spcBef>
                <a:spcPts val="0"/>
              </a:spcBef>
              <a:spcAft>
                <a:spcPts val="0"/>
              </a:spcAft>
              <a:buSzPts val="4900"/>
              <a:buFont typeface="Proxima Nova"/>
              <a:buNone/>
              <a:defRPr sz="4900">
                <a:latin typeface="Proxima Nova"/>
                <a:ea typeface="Proxima Nova"/>
                <a:cs typeface="Proxima Nova"/>
                <a:sym typeface="Proxima Nova"/>
              </a:defRPr>
            </a:lvl9pPr>
          </a:lstStyle>
          <a:p/>
        </p:txBody>
      </p:sp>
      <p:sp>
        <p:nvSpPr>
          <p:cNvPr id="57" name="Google Shape;57;p14"/>
          <p:cNvSpPr txBox="1"/>
          <p:nvPr>
            <p:ph idx="1" type="subTitle"/>
          </p:nvPr>
        </p:nvSpPr>
        <p:spPr>
          <a:xfrm>
            <a:off x="390525" y="2789130"/>
            <a:ext cx="8222100" cy="432900"/>
          </a:xfrm>
          <a:prstGeom prst="rect">
            <a:avLst/>
          </a:prstGeom>
          <a:noFill/>
          <a:ln>
            <a:noFill/>
          </a:ln>
        </p:spPr>
        <p:txBody>
          <a:bodyPr anchorCtr="0" anchor="ctr" bIns="93500" lIns="93500" spcFirstLastPara="1" rIns="93500" wrap="square" tIns="93500">
            <a:noAutofit/>
          </a:bodyPr>
          <a:lstStyle>
            <a:lvl1pPr lvl="0" rtl="0">
              <a:lnSpc>
                <a:spcPct val="100000"/>
              </a:lnSpc>
              <a:spcBef>
                <a:spcPts val="0"/>
              </a:spcBef>
              <a:spcAft>
                <a:spcPts val="0"/>
              </a:spcAft>
              <a:buClr>
                <a:schemeClr val="lt1"/>
              </a:buClr>
              <a:buSzPts val="1400"/>
              <a:buFont typeface="Proxima Nova"/>
              <a:buNone/>
              <a:defRPr sz="1400">
                <a:solidFill>
                  <a:schemeClr val="lt1"/>
                </a:solidFill>
                <a:latin typeface="Proxima Nova"/>
                <a:ea typeface="Proxima Nova"/>
                <a:cs typeface="Proxima Nova"/>
                <a:sym typeface="Proxima Nova"/>
              </a:defRPr>
            </a:lvl1pPr>
            <a:lvl2pPr lvl="1" rtl="0">
              <a:lnSpc>
                <a:spcPct val="100000"/>
              </a:lnSpc>
              <a:spcBef>
                <a:spcPts val="0"/>
              </a:spcBef>
              <a:spcAft>
                <a:spcPts val="0"/>
              </a:spcAft>
              <a:buClr>
                <a:schemeClr val="lt1"/>
              </a:buClr>
              <a:buSzPts val="1800"/>
              <a:buFont typeface="Proxima Nova"/>
              <a:buNone/>
              <a:defRPr sz="1800">
                <a:solidFill>
                  <a:schemeClr val="lt1"/>
                </a:solidFill>
                <a:latin typeface="Proxima Nova"/>
                <a:ea typeface="Proxima Nova"/>
                <a:cs typeface="Proxima Nova"/>
                <a:sym typeface="Proxima Nova"/>
              </a:defRPr>
            </a:lvl2pPr>
            <a:lvl3pPr lvl="2" rtl="0">
              <a:lnSpc>
                <a:spcPct val="100000"/>
              </a:lnSpc>
              <a:spcBef>
                <a:spcPts val="0"/>
              </a:spcBef>
              <a:spcAft>
                <a:spcPts val="0"/>
              </a:spcAft>
              <a:buClr>
                <a:schemeClr val="lt1"/>
              </a:buClr>
              <a:buSzPts val="1800"/>
              <a:buFont typeface="Proxima Nova"/>
              <a:buNone/>
              <a:defRPr sz="1800">
                <a:solidFill>
                  <a:schemeClr val="lt1"/>
                </a:solidFill>
                <a:latin typeface="Proxima Nova"/>
                <a:ea typeface="Proxima Nova"/>
                <a:cs typeface="Proxima Nova"/>
                <a:sym typeface="Proxima Nova"/>
              </a:defRPr>
            </a:lvl3pPr>
            <a:lvl4pPr lvl="3" rtl="0">
              <a:lnSpc>
                <a:spcPct val="100000"/>
              </a:lnSpc>
              <a:spcBef>
                <a:spcPts val="0"/>
              </a:spcBef>
              <a:spcAft>
                <a:spcPts val="0"/>
              </a:spcAft>
              <a:buClr>
                <a:schemeClr val="lt1"/>
              </a:buClr>
              <a:buSzPts val="1800"/>
              <a:buFont typeface="Proxima Nova"/>
              <a:buNone/>
              <a:defRPr sz="1800">
                <a:solidFill>
                  <a:schemeClr val="lt1"/>
                </a:solidFill>
                <a:latin typeface="Proxima Nova"/>
                <a:ea typeface="Proxima Nova"/>
                <a:cs typeface="Proxima Nova"/>
                <a:sym typeface="Proxima Nova"/>
              </a:defRPr>
            </a:lvl4pPr>
            <a:lvl5pPr lvl="4" rtl="0">
              <a:lnSpc>
                <a:spcPct val="100000"/>
              </a:lnSpc>
              <a:spcBef>
                <a:spcPts val="0"/>
              </a:spcBef>
              <a:spcAft>
                <a:spcPts val="0"/>
              </a:spcAft>
              <a:buClr>
                <a:schemeClr val="lt1"/>
              </a:buClr>
              <a:buSzPts val="1800"/>
              <a:buFont typeface="Proxima Nova"/>
              <a:buNone/>
              <a:defRPr sz="1800">
                <a:solidFill>
                  <a:schemeClr val="lt1"/>
                </a:solidFill>
                <a:latin typeface="Proxima Nova"/>
                <a:ea typeface="Proxima Nova"/>
                <a:cs typeface="Proxima Nova"/>
                <a:sym typeface="Proxima Nova"/>
              </a:defRPr>
            </a:lvl5pPr>
            <a:lvl6pPr lvl="5" rtl="0">
              <a:lnSpc>
                <a:spcPct val="100000"/>
              </a:lnSpc>
              <a:spcBef>
                <a:spcPts val="0"/>
              </a:spcBef>
              <a:spcAft>
                <a:spcPts val="0"/>
              </a:spcAft>
              <a:buClr>
                <a:schemeClr val="lt1"/>
              </a:buClr>
              <a:buSzPts val="1800"/>
              <a:buFont typeface="Proxima Nova"/>
              <a:buNone/>
              <a:defRPr sz="1800">
                <a:solidFill>
                  <a:schemeClr val="lt1"/>
                </a:solidFill>
                <a:latin typeface="Proxima Nova"/>
                <a:ea typeface="Proxima Nova"/>
                <a:cs typeface="Proxima Nova"/>
                <a:sym typeface="Proxima Nova"/>
              </a:defRPr>
            </a:lvl6pPr>
            <a:lvl7pPr lvl="6" rtl="0">
              <a:lnSpc>
                <a:spcPct val="100000"/>
              </a:lnSpc>
              <a:spcBef>
                <a:spcPts val="0"/>
              </a:spcBef>
              <a:spcAft>
                <a:spcPts val="0"/>
              </a:spcAft>
              <a:buClr>
                <a:schemeClr val="lt1"/>
              </a:buClr>
              <a:buSzPts val="1800"/>
              <a:buFont typeface="Proxima Nova"/>
              <a:buNone/>
              <a:defRPr sz="1800">
                <a:solidFill>
                  <a:schemeClr val="lt1"/>
                </a:solidFill>
                <a:latin typeface="Proxima Nova"/>
                <a:ea typeface="Proxima Nova"/>
                <a:cs typeface="Proxima Nova"/>
                <a:sym typeface="Proxima Nova"/>
              </a:defRPr>
            </a:lvl7pPr>
            <a:lvl8pPr lvl="7" rtl="0">
              <a:lnSpc>
                <a:spcPct val="100000"/>
              </a:lnSpc>
              <a:spcBef>
                <a:spcPts val="0"/>
              </a:spcBef>
              <a:spcAft>
                <a:spcPts val="0"/>
              </a:spcAft>
              <a:buClr>
                <a:schemeClr val="lt1"/>
              </a:buClr>
              <a:buSzPts val="1800"/>
              <a:buFont typeface="Proxima Nova"/>
              <a:buNone/>
              <a:defRPr sz="1800">
                <a:solidFill>
                  <a:schemeClr val="lt1"/>
                </a:solidFill>
                <a:latin typeface="Proxima Nova"/>
                <a:ea typeface="Proxima Nova"/>
                <a:cs typeface="Proxima Nova"/>
                <a:sym typeface="Proxima Nova"/>
              </a:defRPr>
            </a:lvl8pPr>
            <a:lvl9pPr lvl="8" rtl="0">
              <a:lnSpc>
                <a:spcPct val="100000"/>
              </a:lnSpc>
              <a:spcBef>
                <a:spcPts val="0"/>
              </a:spcBef>
              <a:spcAft>
                <a:spcPts val="0"/>
              </a:spcAft>
              <a:buClr>
                <a:schemeClr val="lt1"/>
              </a:buClr>
              <a:buSzPts val="1800"/>
              <a:buFont typeface="Proxima Nova"/>
              <a:buNone/>
              <a:defRPr sz="1800">
                <a:solidFill>
                  <a:schemeClr val="lt1"/>
                </a:solidFill>
                <a:latin typeface="Proxima Nova"/>
                <a:ea typeface="Proxima Nova"/>
                <a:cs typeface="Proxima Nova"/>
                <a:sym typeface="Proxima Nova"/>
              </a:defRPr>
            </a:lvl9pPr>
          </a:lstStyle>
          <a:p/>
        </p:txBody>
      </p:sp>
      <p:sp>
        <p:nvSpPr>
          <p:cNvPr id="58" name="Google Shape;58;p14"/>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15"/>
          <p:cNvSpPr txBox="1"/>
          <p:nvPr>
            <p:ph type="title"/>
          </p:nvPr>
        </p:nvSpPr>
        <p:spPr>
          <a:xfrm>
            <a:off x="460950" y="2065350"/>
            <a:ext cx="8222100" cy="1012800"/>
          </a:xfrm>
          <a:prstGeom prst="rect">
            <a:avLst/>
          </a:prstGeom>
        </p:spPr>
        <p:txBody>
          <a:bodyPr anchorCtr="0" anchor="ctr" bIns="93500" lIns="93500" spcFirstLastPara="1" rIns="93500" wrap="square" tIns="93500">
            <a:noAutofit/>
          </a:bodyPr>
          <a:lstStyle>
            <a:lvl1pPr lvl="0" rtl="0">
              <a:spcBef>
                <a:spcPts val="0"/>
              </a:spcBef>
              <a:spcAft>
                <a:spcPts val="0"/>
              </a:spcAft>
              <a:buSzPts val="4300"/>
              <a:buNone/>
              <a:defRPr sz="4300"/>
            </a:lvl1pPr>
            <a:lvl2pPr lvl="1" rtl="0">
              <a:spcBef>
                <a:spcPts val="0"/>
              </a:spcBef>
              <a:spcAft>
                <a:spcPts val="0"/>
              </a:spcAft>
              <a:buSzPts val="4300"/>
              <a:buNone/>
              <a:defRPr sz="4300"/>
            </a:lvl2pPr>
            <a:lvl3pPr lvl="2" rtl="0">
              <a:spcBef>
                <a:spcPts val="0"/>
              </a:spcBef>
              <a:spcAft>
                <a:spcPts val="0"/>
              </a:spcAft>
              <a:buSzPts val="4300"/>
              <a:buNone/>
              <a:defRPr sz="4300"/>
            </a:lvl3pPr>
            <a:lvl4pPr lvl="3" rtl="0">
              <a:spcBef>
                <a:spcPts val="0"/>
              </a:spcBef>
              <a:spcAft>
                <a:spcPts val="0"/>
              </a:spcAft>
              <a:buSzPts val="4300"/>
              <a:buNone/>
              <a:defRPr sz="4300"/>
            </a:lvl4pPr>
            <a:lvl5pPr lvl="4" rtl="0">
              <a:spcBef>
                <a:spcPts val="0"/>
              </a:spcBef>
              <a:spcAft>
                <a:spcPts val="0"/>
              </a:spcAft>
              <a:buSzPts val="4300"/>
              <a:buNone/>
              <a:defRPr sz="4300"/>
            </a:lvl5pPr>
            <a:lvl6pPr lvl="5" rtl="0">
              <a:spcBef>
                <a:spcPts val="0"/>
              </a:spcBef>
              <a:spcAft>
                <a:spcPts val="0"/>
              </a:spcAft>
              <a:buSzPts val="4300"/>
              <a:buNone/>
              <a:defRPr sz="4300"/>
            </a:lvl6pPr>
            <a:lvl7pPr lvl="6" rtl="0">
              <a:spcBef>
                <a:spcPts val="0"/>
              </a:spcBef>
              <a:spcAft>
                <a:spcPts val="0"/>
              </a:spcAft>
              <a:buSzPts val="4300"/>
              <a:buNone/>
              <a:defRPr sz="4300"/>
            </a:lvl7pPr>
            <a:lvl8pPr lvl="7" rtl="0">
              <a:spcBef>
                <a:spcPts val="0"/>
              </a:spcBef>
              <a:spcAft>
                <a:spcPts val="0"/>
              </a:spcAft>
              <a:buSzPts val="4300"/>
              <a:buNone/>
              <a:defRPr sz="4300"/>
            </a:lvl8pPr>
            <a:lvl9pPr lvl="8" rtl="0">
              <a:spcBef>
                <a:spcPts val="0"/>
              </a:spcBef>
              <a:spcAft>
                <a:spcPts val="0"/>
              </a:spcAft>
              <a:buSzPts val="4300"/>
              <a:buNone/>
              <a:defRPr sz="4300"/>
            </a:lvl9pPr>
          </a:lstStyle>
          <a:p/>
        </p:txBody>
      </p:sp>
      <p:sp>
        <p:nvSpPr>
          <p:cNvPr id="61" name="Google Shape;61;p15"/>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16"/>
          <p:cNvSpPr/>
          <p:nvPr/>
        </p:nvSpPr>
        <p:spPr>
          <a:xfrm flipH="1" rot="10800000">
            <a:off x="0" y="1686000"/>
            <a:ext cx="9144000" cy="3457500"/>
          </a:xfrm>
          <a:prstGeom prst="rect">
            <a:avLst/>
          </a:prstGeom>
          <a:solidFill>
            <a:schemeClr val="accent4"/>
          </a:soli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64" name="Google Shape;64;p16"/>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65" name="Google Shape;65;p16"/>
          <p:cNvSpPr txBox="1"/>
          <p:nvPr>
            <p:ph type="title"/>
          </p:nvPr>
        </p:nvSpPr>
        <p:spPr>
          <a:xfrm>
            <a:off x="471900" y="738725"/>
            <a:ext cx="8222100" cy="767700"/>
          </a:xfrm>
          <a:prstGeom prst="rect">
            <a:avLst/>
          </a:prstGeom>
        </p:spPr>
        <p:txBody>
          <a:bodyPr anchorCtr="0" anchor="b" bIns="93500" lIns="93500" spcFirstLastPara="1" rIns="93500" wrap="square" tIns="9350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66" name="Google Shape;66;p16"/>
          <p:cNvSpPr txBox="1"/>
          <p:nvPr>
            <p:ph idx="1" type="body"/>
          </p:nvPr>
        </p:nvSpPr>
        <p:spPr>
          <a:xfrm>
            <a:off x="471900" y="1919075"/>
            <a:ext cx="8222100" cy="2710200"/>
          </a:xfrm>
          <a:prstGeom prst="rect">
            <a:avLst/>
          </a:prstGeom>
          <a:noFill/>
          <a:ln>
            <a:noFill/>
          </a:ln>
        </p:spPr>
        <p:txBody>
          <a:bodyPr anchorCtr="0" anchor="ctr" bIns="93500" lIns="93500" spcFirstLastPara="1" rIns="93500" wrap="square" tIns="93500">
            <a:noAutofit/>
          </a:bodyPr>
          <a:lstStyle>
            <a:lvl1pPr indent="-317500" lvl="0" marL="457200" rtl="0">
              <a:spcBef>
                <a:spcPts val="0"/>
              </a:spcBef>
              <a:spcAft>
                <a:spcPts val="0"/>
              </a:spcAft>
              <a:buSzPts val="1400"/>
              <a:buFont typeface="Proxima Nova"/>
              <a:buChar char="●"/>
              <a:defRPr sz="1400">
                <a:latin typeface="Proxima Nova"/>
                <a:ea typeface="Proxima Nova"/>
                <a:cs typeface="Proxima Nova"/>
                <a:sym typeface="Proxima Nova"/>
              </a:defRPr>
            </a:lvl1pPr>
            <a:lvl2pPr indent="-317500" lvl="1" marL="914400" rtl="0">
              <a:spcBef>
                <a:spcPts val="0"/>
              </a:spcBef>
              <a:spcAft>
                <a:spcPts val="0"/>
              </a:spcAft>
              <a:buSzPts val="1400"/>
              <a:buFont typeface="Proxima Nova"/>
              <a:buChar char="○"/>
              <a:defRPr sz="1400">
                <a:latin typeface="Proxima Nova"/>
                <a:ea typeface="Proxima Nova"/>
                <a:cs typeface="Proxima Nova"/>
                <a:sym typeface="Proxima Nova"/>
              </a:defRPr>
            </a:lvl2pPr>
            <a:lvl3pPr indent="-317500" lvl="2" marL="1371600" rtl="0">
              <a:spcBef>
                <a:spcPts val="0"/>
              </a:spcBef>
              <a:spcAft>
                <a:spcPts val="0"/>
              </a:spcAft>
              <a:buSzPts val="1400"/>
              <a:buFont typeface="Proxima Nova"/>
              <a:buChar char="■"/>
              <a:defRPr sz="1400">
                <a:latin typeface="Proxima Nova"/>
                <a:ea typeface="Proxima Nova"/>
                <a:cs typeface="Proxima Nova"/>
                <a:sym typeface="Proxima Nova"/>
              </a:defRPr>
            </a:lvl3pPr>
            <a:lvl4pPr indent="-317500" lvl="3" marL="1828800" rtl="0">
              <a:spcBef>
                <a:spcPts val="0"/>
              </a:spcBef>
              <a:spcAft>
                <a:spcPts val="0"/>
              </a:spcAft>
              <a:buSzPts val="1400"/>
              <a:buFont typeface="Proxima Nova"/>
              <a:buChar char="●"/>
              <a:defRPr sz="1400">
                <a:latin typeface="Proxima Nova"/>
                <a:ea typeface="Proxima Nova"/>
                <a:cs typeface="Proxima Nova"/>
                <a:sym typeface="Proxima Nova"/>
              </a:defRPr>
            </a:lvl4pPr>
            <a:lvl5pPr indent="-317500" lvl="4" marL="2286000" rtl="0">
              <a:spcBef>
                <a:spcPts val="0"/>
              </a:spcBef>
              <a:spcAft>
                <a:spcPts val="0"/>
              </a:spcAft>
              <a:buSzPts val="1400"/>
              <a:buFont typeface="Proxima Nova"/>
              <a:buChar char="○"/>
              <a:defRPr sz="1400">
                <a:latin typeface="Proxima Nova"/>
                <a:ea typeface="Proxima Nova"/>
                <a:cs typeface="Proxima Nova"/>
                <a:sym typeface="Proxima Nova"/>
              </a:defRPr>
            </a:lvl5pPr>
            <a:lvl6pPr indent="-317500" lvl="5" marL="2743200" rtl="0">
              <a:spcBef>
                <a:spcPts val="0"/>
              </a:spcBef>
              <a:spcAft>
                <a:spcPts val="0"/>
              </a:spcAft>
              <a:buSzPts val="1400"/>
              <a:buFont typeface="Proxima Nova"/>
              <a:buChar char="■"/>
              <a:defRPr sz="1400">
                <a:latin typeface="Proxima Nova"/>
                <a:ea typeface="Proxima Nova"/>
                <a:cs typeface="Proxima Nova"/>
                <a:sym typeface="Proxima Nova"/>
              </a:defRPr>
            </a:lvl6pPr>
            <a:lvl7pPr indent="-317500" lvl="6" marL="3200400" rtl="0">
              <a:spcBef>
                <a:spcPts val="0"/>
              </a:spcBef>
              <a:spcAft>
                <a:spcPts val="0"/>
              </a:spcAft>
              <a:buSzPts val="1400"/>
              <a:buFont typeface="Proxima Nova"/>
              <a:buChar char="●"/>
              <a:defRPr sz="1400">
                <a:latin typeface="Proxima Nova"/>
                <a:ea typeface="Proxima Nova"/>
                <a:cs typeface="Proxima Nova"/>
                <a:sym typeface="Proxima Nova"/>
              </a:defRPr>
            </a:lvl7pPr>
            <a:lvl8pPr indent="-317500" lvl="7" marL="3657600" rtl="0">
              <a:spcBef>
                <a:spcPts val="0"/>
              </a:spcBef>
              <a:spcAft>
                <a:spcPts val="0"/>
              </a:spcAft>
              <a:buSzPts val="1400"/>
              <a:buFont typeface="Proxima Nova"/>
              <a:buChar char="○"/>
              <a:defRPr sz="1400">
                <a:latin typeface="Proxima Nova"/>
                <a:ea typeface="Proxima Nova"/>
                <a:cs typeface="Proxima Nova"/>
                <a:sym typeface="Proxima Nova"/>
              </a:defRPr>
            </a:lvl8pPr>
            <a:lvl9pPr indent="-317500" lvl="8" marL="4114800" rtl="0">
              <a:spcBef>
                <a:spcPts val="0"/>
              </a:spcBef>
              <a:spcAft>
                <a:spcPts val="0"/>
              </a:spcAft>
              <a:buSzPts val="1400"/>
              <a:buFont typeface="Proxima Nova"/>
              <a:buChar char="■"/>
              <a:defRPr sz="1400">
                <a:latin typeface="Proxima Nova"/>
                <a:ea typeface="Proxima Nova"/>
                <a:cs typeface="Proxima Nova"/>
                <a:sym typeface="Proxima Nova"/>
              </a:defRPr>
            </a:lvl9pPr>
          </a:lstStyle>
          <a:p/>
        </p:txBody>
      </p:sp>
      <p:sp>
        <p:nvSpPr>
          <p:cNvPr id="67" name="Google Shape;67;p16"/>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8" name="Shape 68"/>
        <p:cNvGrpSpPr/>
        <p:nvPr/>
      </p:nvGrpSpPr>
      <p:grpSpPr>
        <a:xfrm>
          <a:off x="0" y="0"/>
          <a:ext cx="0" cy="0"/>
          <a:chOff x="0" y="0"/>
          <a:chExt cx="0" cy="0"/>
        </a:xfrm>
      </p:grpSpPr>
      <p:sp>
        <p:nvSpPr>
          <p:cNvPr id="69" name="Google Shape;69;p17"/>
          <p:cNvSpPr/>
          <p:nvPr/>
        </p:nvSpPr>
        <p:spPr>
          <a:xfrm flipH="1" rot="10800000">
            <a:off x="0" y="1686000"/>
            <a:ext cx="9144000" cy="3457500"/>
          </a:xfrm>
          <a:prstGeom prst="rect">
            <a:avLst/>
          </a:prstGeom>
          <a:solidFill>
            <a:schemeClr val="accent4"/>
          </a:soli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70" name="Google Shape;70;p1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71" name="Google Shape;71;p17"/>
          <p:cNvSpPr txBox="1"/>
          <p:nvPr>
            <p:ph type="title"/>
          </p:nvPr>
        </p:nvSpPr>
        <p:spPr>
          <a:xfrm>
            <a:off x="471900" y="738725"/>
            <a:ext cx="8222100" cy="767700"/>
          </a:xfrm>
          <a:prstGeom prst="rect">
            <a:avLst/>
          </a:prstGeom>
        </p:spPr>
        <p:txBody>
          <a:bodyPr anchorCtr="0" anchor="b" bIns="93500" lIns="93500" spcFirstLastPara="1" rIns="93500" wrap="square" tIns="93500">
            <a:noAutofit/>
          </a:bodyPr>
          <a:lstStyle>
            <a:lvl1pPr lvl="0" rtl="0">
              <a:spcBef>
                <a:spcPts val="0"/>
              </a:spcBef>
              <a:spcAft>
                <a:spcPts val="0"/>
              </a:spcAft>
              <a:buSzPts val="3300"/>
              <a:buNone/>
              <a:defRPr/>
            </a:lvl1pPr>
            <a:lvl2pPr lvl="1" rtl="0">
              <a:spcBef>
                <a:spcPts val="0"/>
              </a:spcBef>
              <a:spcAft>
                <a:spcPts val="0"/>
              </a:spcAft>
              <a:buSzPts val="3300"/>
              <a:buNone/>
              <a:defRPr/>
            </a:lvl2pPr>
            <a:lvl3pPr lvl="2" rtl="0">
              <a:spcBef>
                <a:spcPts val="0"/>
              </a:spcBef>
              <a:spcAft>
                <a:spcPts val="0"/>
              </a:spcAft>
              <a:buSzPts val="3300"/>
              <a:buNone/>
              <a:defRPr/>
            </a:lvl3pPr>
            <a:lvl4pPr lvl="3" rtl="0">
              <a:spcBef>
                <a:spcPts val="0"/>
              </a:spcBef>
              <a:spcAft>
                <a:spcPts val="0"/>
              </a:spcAft>
              <a:buSzPts val="3300"/>
              <a:buNone/>
              <a:defRPr/>
            </a:lvl4pPr>
            <a:lvl5pPr lvl="4" rtl="0">
              <a:spcBef>
                <a:spcPts val="0"/>
              </a:spcBef>
              <a:spcAft>
                <a:spcPts val="0"/>
              </a:spcAft>
              <a:buSzPts val="3300"/>
              <a:buNone/>
              <a:defRPr/>
            </a:lvl5pPr>
            <a:lvl6pPr lvl="5" rtl="0">
              <a:spcBef>
                <a:spcPts val="0"/>
              </a:spcBef>
              <a:spcAft>
                <a:spcPts val="0"/>
              </a:spcAft>
              <a:buSzPts val="3300"/>
              <a:buNone/>
              <a:defRPr/>
            </a:lvl6pPr>
            <a:lvl7pPr lvl="6" rtl="0">
              <a:spcBef>
                <a:spcPts val="0"/>
              </a:spcBef>
              <a:spcAft>
                <a:spcPts val="0"/>
              </a:spcAft>
              <a:buSzPts val="3300"/>
              <a:buNone/>
              <a:defRPr/>
            </a:lvl7pPr>
            <a:lvl8pPr lvl="7" rtl="0">
              <a:spcBef>
                <a:spcPts val="0"/>
              </a:spcBef>
              <a:spcAft>
                <a:spcPts val="0"/>
              </a:spcAft>
              <a:buSzPts val="3300"/>
              <a:buNone/>
              <a:defRPr/>
            </a:lvl8pPr>
            <a:lvl9pPr lvl="8" rtl="0">
              <a:spcBef>
                <a:spcPts val="0"/>
              </a:spcBef>
              <a:spcAft>
                <a:spcPts val="0"/>
              </a:spcAft>
              <a:buSzPts val="3300"/>
              <a:buNone/>
              <a:defRPr/>
            </a:lvl9pPr>
          </a:lstStyle>
          <a:p/>
        </p:txBody>
      </p:sp>
      <p:sp>
        <p:nvSpPr>
          <p:cNvPr id="72" name="Google Shape;72;p17"/>
          <p:cNvSpPr txBox="1"/>
          <p:nvPr>
            <p:ph idx="1" type="body"/>
          </p:nvPr>
        </p:nvSpPr>
        <p:spPr>
          <a:xfrm>
            <a:off x="471900" y="1919075"/>
            <a:ext cx="3999900" cy="2710200"/>
          </a:xfrm>
          <a:prstGeom prst="rect">
            <a:avLst/>
          </a:prstGeom>
          <a:noFill/>
          <a:ln>
            <a:noFill/>
          </a:ln>
        </p:spPr>
        <p:txBody>
          <a:bodyPr anchorCtr="0" anchor="ctr" bIns="93500" lIns="93500" spcFirstLastPara="1" rIns="93500" wrap="square" tIns="93500">
            <a:noAutofit/>
          </a:bodyPr>
          <a:lstStyle>
            <a:lvl1pPr indent="-317500" lvl="0" marL="457200" rtl="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rtl="0">
              <a:spcBef>
                <a:spcPts val="0"/>
              </a:spcBef>
              <a:spcAft>
                <a:spcPts val="0"/>
              </a:spcAft>
              <a:buSzPts val="1200"/>
              <a:buFont typeface="Proxima Nova"/>
              <a:buChar char="○"/>
              <a:defRPr sz="1200">
                <a:latin typeface="Proxima Nova"/>
                <a:ea typeface="Proxima Nova"/>
                <a:cs typeface="Proxima Nova"/>
                <a:sym typeface="Proxima Nova"/>
              </a:defRPr>
            </a:lvl2pPr>
            <a:lvl3pPr indent="-304800" lvl="2" marL="1371600" rtl="0">
              <a:spcBef>
                <a:spcPts val="0"/>
              </a:spcBef>
              <a:spcAft>
                <a:spcPts val="0"/>
              </a:spcAft>
              <a:buSzPts val="1200"/>
              <a:buFont typeface="Proxima Nova"/>
              <a:buChar char="■"/>
              <a:defRPr sz="1200">
                <a:latin typeface="Proxima Nova"/>
                <a:ea typeface="Proxima Nova"/>
                <a:cs typeface="Proxima Nova"/>
                <a:sym typeface="Proxima Nova"/>
              </a:defRPr>
            </a:lvl3pPr>
            <a:lvl4pPr indent="-304800" lvl="3" marL="1828800" rtl="0">
              <a:spcBef>
                <a:spcPts val="0"/>
              </a:spcBef>
              <a:spcAft>
                <a:spcPts val="0"/>
              </a:spcAft>
              <a:buSzPts val="1200"/>
              <a:buFont typeface="Proxima Nova"/>
              <a:buChar char="●"/>
              <a:defRPr sz="1200">
                <a:latin typeface="Proxima Nova"/>
                <a:ea typeface="Proxima Nova"/>
                <a:cs typeface="Proxima Nova"/>
                <a:sym typeface="Proxima Nova"/>
              </a:defRPr>
            </a:lvl4pPr>
            <a:lvl5pPr indent="-304800" lvl="4" marL="2286000" rtl="0">
              <a:spcBef>
                <a:spcPts val="0"/>
              </a:spcBef>
              <a:spcAft>
                <a:spcPts val="0"/>
              </a:spcAft>
              <a:buSzPts val="1200"/>
              <a:buFont typeface="Proxima Nova"/>
              <a:buChar char="○"/>
              <a:defRPr sz="1200">
                <a:latin typeface="Proxima Nova"/>
                <a:ea typeface="Proxima Nova"/>
                <a:cs typeface="Proxima Nova"/>
                <a:sym typeface="Proxima Nova"/>
              </a:defRPr>
            </a:lvl5pPr>
            <a:lvl6pPr indent="-304800" lvl="5" marL="2743200" rtl="0">
              <a:spcBef>
                <a:spcPts val="0"/>
              </a:spcBef>
              <a:spcAft>
                <a:spcPts val="0"/>
              </a:spcAft>
              <a:buSzPts val="1200"/>
              <a:buFont typeface="Proxima Nova"/>
              <a:buChar char="■"/>
              <a:defRPr sz="1200">
                <a:latin typeface="Proxima Nova"/>
                <a:ea typeface="Proxima Nova"/>
                <a:cs typeface="Proxima Nova"/>
                <a:sym typeface="Proxima Nova"/>
              </a:defRPr>
            </a:lvl6pPr>
            <a:lvl7pPr indent="-304800" lvl="6" marL="3200400" rtl="0">
              <a:spcBef>
                <a:spcPts val="0"/>
              </a:spcBef>
              <a:spcAft>
                <a:spcPts val="0"/>
              </a:spcAft>
              <a:buSzPts val="1200"/>
              <a:buFont typeface="Proxima Nova"/>
              <a:buChar char="●"/>
              <a:defRPr sz="1200">
                <a:latin typeface="Proxima Nova"/>
                <a:ea typeface="Proxima Nova"/>
                <a:cs typeface="Proxima Nova"/>
                <a:sym typeface="Proxima Nova"/>
              </a:defRPr>
            </a:lvl7pPr>
            <a:lvl8pPr indent="-304800" lvl="7" marL="3657600" rtl="0">
              <a:spcBef>
                <a:spcPts val="0"/>
              </a:spcBef>
              <a:spcAft>
                <a:spcPts val="0"/>
              </a:spcAft>
              <a:buSzPts val="1200"/>
              <a:buFont typeface="Proxima Nova"/>
              <a:buChar char="○"/>
              <a:defRPr sz="1200">
                <a:latin typeface="Proxima Nova"/>
                <a:ea typeface="Proxima Nova"/>
                <a:cs typeface="Proxima Nova"/>
                <a:sym typeface="Proxima Nova"/>
              </a:defRPr>
            </a:lvl8pPr>
            <a:lvl9pPr indent="-304800" lvl="8" marL="4114800" rtl="0">
              <a:spcBef>
                <a:spcPts val="0"/>
              </a:spcBef>
              <a:spcAft>
                <a:spcPts val="0"/>
              </a:spcAft>
              <a:buSzPts val="1200"/>
              <a:buFont typeface="Proxima Nova"/>
              <a:buChar char="■"/>
              <a:defRPr sz="1200">
                <a:latin typeface="Proxima Nova"/>
                <a:ea typeface="Proxima Nova"/>
                <a:cs typeface="Proxima Nova"/>
                <a:sym typeface="Proxima Nova"/>
              </a:defRPr>
            </a:lvl9pPr>
          </a:lstStyle>
          <a:p/>
        </p:txBody>
      </p:sp>
      <p:sp>
        <p:nvSpPr>
          <p:cNvPr id="73" name="Google Shape;73;p17"/>
          <p:cNvSpPr txBox="1"/>
          <p:nvPr>
            <p:ph idx="2" type="body"/>
          </p:nvPr>
        </p:nvSpPr>
        <p:spPr>
          <a:xfrm>
            <a:off x="4694250" y="1919075"/>
            <a:ext cx="3999900" cy="2710200"/>
          </a:xfrm>
          <a:prstGeom prst="rect">
            <a:avLst/>
          </a:prstGeom>
          <a:noFill/>
          <a:ln>
            <a:noFill/>
          </a:ln>
        </p:spPr>
        <p:txBody>
          <a:bodyPr anchorCtr="0" anchor="ctr" bIns="93500" lIns="93500" spcFirstLastPara="1" rIns="93500" wrap="square" tIns="93500">
            <a:noAutofit/>
          </a:bodyPr>
          <a:lstStyle>
            <a:lvl1pPr indent="-317500" lvl="0" marL="457200" rtl="0">
              <a:spcBef>
                <a:spcPts val="0"/>
              </a:spcBef>
              <a:spcAft>
                <a:spcPts val="0"/>
              </a:spcAft>
              <a:buSzPts val="1400"/>
              <a:buFont typeface="Proxima Nova"/>
              <a:buChar char="●"/>
              <a:defRPr sz="1400">
                <a:latin typeface="Proxima Nova"/>
                <a:ea typeface="Proxima Nova"/>
                <a:cs typeface="Proxima Nova"/>
                <a:sym typeface="Proxima Nova"/>
              </a:defRPr>
            </a:lvl1pPr>
            <a:lvl2pPr indent="-304800" lvl="1" marL="914400" rtl="0">
              <a:spcBef>
                <a:spcPts val="0"/>
              </a:spcBef>
              <a:spcAft>
                <a:spcPts val="0"/>
              </a:spcAft>
              <a:buSzPts val="1200"/>
              <a:buFont typeface="Proxima Nova"/>
              <a:buChar char="○"/>
              <a:defRPr sz="1200">
                <a:latin typeface="Proxima Nova"/>
                <a:ea typeface="Proxima Nova"/>
                <a:cs typeface="Proxima Nova"/>
                <a:sym typeface="Proxima Nova"/>
              </a:defRPr>
            </a:lvl2pPr>
            <a:lvl3pPr indent="-304800" lvl="2" marL="1371600" rtl="0">
              <a:spcBef>
                <a:spcPts val="0"/>
              </a:spcBef>
              <a:spcAft>
                <a:spcPts val="0"/>
              </a:spcAft>
              <a:buSzPts val="1200"/>
              <a:buFont typeface="Proxima Nova"/>
              <a:buChar char="■"/>
              <a:defRPr sz="1200">
                <a:latin typeface="Proxima Nova"/>
                <a:ea typeface="Proxima Nova"/>
                <a:cs typeface="Proxima Nova"/>
                <a:sym typeface="Proxima Nova"/>
              </a:defRPr>
            </a:lvl3pPr>
            <a:lvl4pPr indent="-304800" lvl="3" marL="1828800" rtl="0">
              <a:spcBef>
                <a:spcPts val="0"/>
              </a:spcBef>
              <a:spcAft>
                <a:spcPts val="0"/>
              </a:spcAft>
              <a:buSzPts val="1200"/>
              <a:buFont typeface="Proxima Nova"/>
              <a:buChar char="●"/>
              <a:defRPr sz="1200">
                <a:latin typeface="Proxima Nova"/>
                <a:ea typeface="Proxima Nova"/>
                <a:cs typeface="Proxima Nova"/>
                <a:sym typeface="Proxima Nova"/>
              </a:defRPr>
            </a:lvl4pPr>
            <a:lvl5pPr indent="-304800" lvl="4" marL="2286000" rtl="0">
              <a:spcBef>
                <a:spcPts val="0"/>
              </a:spcBef>
              <a:spcAft>
                <a:spcPts val="0"/>
              </a:spcAft>
              <a:buSzPts val="1200"/>
              <a:buFont typeface="Proxima Nova"/>
              <a:buChar char="○"/>
              <a:defRPr sz="1200">
                <a:latin typeface="Proxima Nova"/>
                <a:ea typeface="Proxima Nova"/>
                <a:cs typeface="Proxima Nova"/>
                <a:sym typeface="Proxima Nova"/>
              </a:defRPr>
            </a:lvl5pPr>
            <a:lvl6pPr indent="-304800" lvl="5" marL="2743200" rtl="0">
              <a:spcBef>
                <a:spcPts val="0"/>
              </a:spcBef>
              <a:spcAft>
                <a:spcPts val="0"/>
              </a:spcAft>
              <a:buSzPts val="1200"/>
              <a:buFont typeface="Proxima Nova"/>
              <a:buChar char="■"/>
              <a:defRPr sz="1200">
                <a:latin typeface="Proxima Nova"/>
                <a:ea typeface="Proxima Nova"/>
                <a:cs typeface="Proxima Nova"/>
                <a:sym typeface="Proxima Nova"/>
              </a:defRPr>
            </a:lvl6pPr>
            <a:lvl7pPr indent="-304800" lvl="6" marL="3200400" rtl="0">
              <a:spcBef>
                <a:spcPts val="0"/>
              </a:spcBef>
              <a:spcAft>
                <a:spcPts val="0"/>
              </a:spcAft>
              <a:buSzPts val="1200"/>
              <a:buFont typeface="Proxima Nova"/>
              <a:buChar char="●"/>
              <a:defRPr sz="1200">
                <a:latin typeface="Proxima Nova"/>
                <a:ea typeface="Proxima Nova"/>
                <a:cs typeface="Proxima Nova"/>
                <a:sym typeface="Proxima Nova"/>
              </a:defRPr>
            </a:lvl7pPr>
            <a:lvl8pPr indent="-304800" lvl="7" marL="3657600" rtl="0">
              <a:spcBef>
                <a:spcPts val="0"/>
              </a:spcBef>
              <a:spcAft>
                <a:spcPts val="0"/>
              </a:spcAft>
              <a:buSzPts val="1200"/>
              <a:buFont typeface="Proxima Nova"/>
              <a:buChar char="○"/>
              <a:defRPr sz="1200">
                <a:latin typeface="Proxima Nova"/>
                <a:ea typeface="Proxima Nova"/>
                <a:cs typeface="Proxima Nova"/>
                <a:sym typeface="Proxima Nova"/>
              </a:defRPr>
            </a:lvl8pPr>
            <a:lvl9pPr indent="-304800" lvl="8" marL="4114800" rtl="0">
              <a:spcBef>
                <a:spcPts val="0"/>
              </a:spcBef>
              <a:spcAft>
                <a:spcPts val="0"/>
              </a:spcAft>
              <a:buSzPts val="1200"/>
              <a:buFont typeface="Proxima Nova"/>
              <a:buChar char="■"/>
              <a:defRPr sz="1200">
                <a:latin typeface="Proxima Nova"/>
                <a:ea typeface="Proxima Nova"/>
                <a:cs typeface="Proxima Nova"/>
                <a:sym typeface="Proxima Nova"/>
              </a:defRPr>
            </a:lvl9pPr>
          </a:lstStyle>
          <a:p/>
        </p:txBody>
      </p:sp>
      <p:sp>
        <p:nvSpPr>
          <p:cNvPr id="74" name="Google Shape;74;p17"/>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5" name="Shape 75"/>
        <p:cNvGrpSpPr/>
        <p:nvPr/>
      </p:nvGrpSpPr>
      <p:grpSpPr>
        <a:xfrm>
          <a:off x="0" y="0"/>
          <a:ext cx="0" cy="0"/>
          <a:chOff x="0" y="0"/>
          <a:chExt cx="0" cy="0"/>
        </a:xfrm>
      </p:grpSpPr>
      <p:sp>
        <p:nvSpPr>
          <p:cNvPr id="76" name="Google Shape;76;p18"/>
          <p:cNvSpPr/>
          <p:nvPr/>
        </p:nvSpPr>
        <p:spPr>
          <a:xfrm flipH="1" rot="10800000">
            <a:off x="0" y="656400"/>
            <a:ext cx="9144000" cy="4487100"/>
          </a:xfrm>
          <a:prstGeom prst="rect">
            <a:avLst/>
          </a:prstGeom>
          <a:solidFill>
            <a:schemeClr val="accent4"/>
          </a:soli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77" name="Google Shape;77;p18"/>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78" name="Google Shape;78;p18"/>
          <p:cNvSpPr txBox="1"/>
          <p:nvPr>
            <p:ph type="title"/>
          </p:nvPr>
        </p:nvSpPr>
        <p:spPr>
          <a:xfrm>
            <a:off x="98250" y="16350"/>
            <a:ext cx="8826600" cy="602700"/>
          </a:xfrm>
          <a:prstGeom prst="rect">
            <a:avLst/>
          </a:prstGeom>
        </p:spPr>
        <p:txBody>
          <a:bodyPr anchorCtr="0" anchor="ctr" bIns="93500" lIns="93500" spcFirstLastPara="1" rIns="93500" wrap="square" tIns="93500">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9" name="Google Shape;79;p18"/>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0" name="Shape 80"/>
        <p:cNvGrpSpPr/>
        <p:nvPr/>
      </p:nvGrpSpPr>
      <p:grpSpPr>
        <a:xfrm>
          <a:off x="0" y="0"/>
          <a:ext cx="0" cy="0"/>
          <a:chOff x="0" y="0"/>
          <a:chExt cx="0" cy="0"/>
        </a:xfrm>
      </p:grpSpPr>
      <p:sp>
        <p:nvSpPr>
          <p:cNvPr id="81" name="Google Shape;81;p19"/>
          <p:cNvSpPr txBox="1"/>
          <p:nvPr/>
        </p:nvSpPr>
        <p:spPr>
          <a:xfrm flipH="1" rot="10800000">
            <a:off x="3276600" y="25"/>
            <a:ext cx="5867400" cy="5143500"/>
          </a:xfrm>
          <a:prstGeom prst="rect">
            <a:avLst/>
          </a:prstGeom>
          <a:solidFill>
            <a:schemeClr val="accent4"/>
          </a:soli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82" name="Google Shape;82;p1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83" name="Google Shape;83;p19"/>
          <p:cNvSpPr txBox="1"/>
          <p:nvPr>
            <p:ph type="title"/>
          </p:nvPr>
        </p:nvSpPr>
        <p:spPr>
          <a:xfrm>
            <a:off x="226078" y="357800"/>
            <a:ext cx="2808000" cy="953400"/>
          </a:xfrm>
          <a:prstGeom prst="rect">
            <a:avLst/>
          </a:prstGeom>
        </p:spPr>
        <p:txBody>
          <a:bodyPr anchorCtr="0" anchor="b" bIns="93500" lIns="93500" spcFirstLastPara="1" rIns="93500" wrap="square" tIns="93500">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84" name="Google Shape;84;p19"/>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20"/>
          <p:cNvSpPr txBox="1"/>
          <p:nvPr>
            <p:ph type="title"/>
          </p:nvPr>
        </p:nvSpPr>
        <p:spPr>
          <a:xfrm>
            <a:off x="490250" y="488250"/>
            <a:ext cx="6227100" cy="4090800"/>
          </a:xfrm>
          <a:prstGeom prst="rect">
            <a:avLst/>
          </a:prstGeom>
        </p:spPr>
        <p:txBody>
          <a:bodyPr anchorCtr="0" anchor="ctr" bIns="93500" lIns="93500" spcFirstLastPara="1" rIns="93500" wrap="square" tIns="93500">
            <a:noAutofit/>
          </a:bodyPr>
          <a:lstStyle>
            <a:lvl1pPr lvl="0" rtl="0">
              <a:spcBef>
                <a:spcPts val="0"/>
              </a:spcBef>
              <a:spcAft>
                <a:spcPts val="0"/>
              </a:spcAft>
              <a:buSzPts val="6100"/>
              <a:buNone/>
              <a:defRPr sz="6100"/>
            </a:lvl1pPr>
            <a:lvl2pPr lvl="1" rtl="0">
              <a:spcBef>
                <a:spcPts val="0"/>
              </a:spcBef>
              <a:spcAft>
                <a:spcPts val="0"/>
              </a:spcAft>
              <a:buSzPts val="6100"/>
              <a:buNone/>
              <a:defRPr sz="6100"/>
            </a:lvl2pPr>
            <a:lvl3pPr lvl="2" rtl="0">
              <a:spcBef>
                <a:spcPts val="0"/>
              </a:spcBef>
              <a:spcAft>
                <a:spcPts val="0"/>
              </a:spcAft>
              <a:buSzPts val="6100"/>
              <a:buNone/>
              <a:defRPr sz="6100"/>
            </a:lvl3pPr>
            <a:lvl4pPr lvl="3" rtl="0">
              <a:spcBef>
                <a:spcPts val="0"/>
              </a:spcBef>
              <a:spcAft>
                <a:spcPts val="0"/>
              </a:spcAft>
              <a:buSzPts val="6100"/>
              <a:buNone/>
              <a:defRPr sz="6100"/>
            </a:lvl4pPr>
            <a:lvl5pPr lvl="4" rtl="0">
              <a:spcBef>
                <a:spcPts val="0"/>
              </a:spcBef>
              <a:spcAft>
                <a:spcPts val="0"/>
              </a:spcAft>
              <a:buSzPts val="6100"/>
              <a:buNone/>
              <a:defRPr sz="6100"/>
            </a:lvl5pPr>
            <a:lvl6pPr lvl="5" rtl="0">
              <a:spcBef>
                <a:spcPts val="0"/>
              </a:spcBef>
              <a:spcAft>
                <a:spcPts val="0"/>
              </a:spcAft>
              <a:buSzPts val="6100"/>
              <a:buNone/>
              <a:defRPr sz="6100"/>
            </a:lvl6pPr>
            <a:lvl7pPr lvl="6" rtl="0">
              <a:spcBef>
                <a:spcPts val="0"/>
              </a:spcBef>
              <a:spcAft>
                <a:spcPts val="0"/>
              </a:spcAft>
              <a:buSzPts val="6100"/>
              <a:buNone/>
              <a:defRPr sz="6100"/>
            </a:lvl7pPr>
            <a:lvl8pPr lvl="7" rtl="0">
              <a:spcBef>
                <a:spcPts val="0"/>
              </a:spcBef>
              <a:spcAft>
                <a:spcPts val="0"/>
              </a:spcAft>
              <a:buSzPts val="6100"/>
              <a:buNone/>
              <a:defRPr sz="6100"/>
            </a:lvl8pPr>
            <a:lvl9pPr lvl="8" rtl="0">
              <a:spcBef>
                <a:spcPts val="0"/>
              </a:spcBef>
              <a:spcAft>
                <a:spcPts val="0"/>
              </a:spcAft>
              <a:buSzPts val="6100"/>
              <a:buNone/>
              <a:defRPr sz="6100"/>
            </a:lvl9pPr>
          </a:lstStyle>
          <a:p/>
        </p:txBody>
      </p:sp>
      <p:sp>
        <p:nvSpPr>
          <p:cNvPr id="87" name="Google Shape;87;p20"/>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21"/>
          <p:cNvSpPr/>
          <p:nvPr/>
        </p:nvSpPr>
        <p:spPr>
          <a:xfrm flipH="1">
            <a:off x="0" y="0"/>
            <a:ext cx="4572000" cy="5143500"/>
          </a:xfrm>
          <a:prstGeom prst="rect">
            <a:avLst/>
          </a:prstGeom>
          <a:solidFill>
            <a:schemeClr val="accent4"/>
          </a:soli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90" name="Google Shape;90;p21"/>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91" name="Google Shape;91;p21"/>
          <p:cNvSpPr txBox="1"/>
          <p:nvPr>
            <p:ph type="title"/>
          </p:nvPr>
        </p:nvSpPr>
        <p:spPr>
          <a:xfrm>
            <a:off x="263400" y="1265850"/>
            <a:ext cx="4045200" cy="1482300"/>
          </a:xfrm>
          <a:prstGeom prst="rect">
            <a:avLst/>
          </a:prstGeom>
        </p:spPr>
        <p:txBody>
          <a:bodyPr anchorCtr="0" anchor="b" bIns="93500" lIns="93500" spcFirstLastPara="1" rIns="93500" wrap="square" tIns="93500">
            <a:noAutofit/>
          </a:bodyPr>
          <a:lstStyle>
            <a:lvl1pPr lvl="0" rtl="0" algn="ctr">
              <a:spcBef>
                <a:spcPts val="0"/>
              </a:spcBef>
              <a:spcAft>
                <a:spcPts val="0"/>
              </a:spcAft>
              <a:buClr>
                <a:schemeClr val="dk2"/>
              </a:buClr>
              <a:buSzPts val="4300"/>
              <a:buNone/>
              <a:defRPr sz="4300">
                <a:solidFill>
                  <a:schemeClr val="dk2"/>
                </a:solidFill>
              </a:defRPr>
            </a:lvl1pPr>
            <a:lvl2pPr lvl="1" rtl="0" algn="ctr">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2pPr>
            <a:lvl3pPr lvl="2" rtl="0" algn="ctr">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3pPr>
            <a:lvl4pPr lvl="3" rtl="0" algn="ctr">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4pPr>
            <a:lvl5pPr lvl="4" rtl="0" algn="ctr">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5pPr>
            <a:lvl6pPr lvl="5" rtl="0" algn="ctr">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6pPr>
            <a:lvl7pPr lvl="6" rtl="0" algn="ctr">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7pPr>
            <a:lvl8pPr lvl="7" rtl="0" algn="ctr">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8pPr>
            <a:lvl9pPr lvl="8" rtl="0" algn="ctr">
              <a:spcBef>
                <a:spcPts val="0"/>
              </a:spcBef>
              <a:spcAft>
                <a:spcPts val="0"/>
              </a:spcAft>
              <a:buClr>
                <a:schemeClr val="dk2"/>
              </a:buClr>
              <a:buSzPts val="4300"/>
              <a:buFont typeface="Open Sans"/>
              <a:buNone/>
              <a:defRPr sz="4300">
                <a:solidFill>
                  <a:schemeClr val="dk2"/>
                </a:solidFill>
                <a:latin typeface="Open Sans"/>
                <a:ea typeface="Open Sans"/>
                <a:cs typeface="Open Sans"/>
                <a:sym typeface="Open Sans"/>
              </a:defRPr>
            </a:lvl9pPr>
          </a:lstStyle>
          <a:p/>
        </p:txBody>
      </p:sp>
      <p:sp>
        <p:nvSpPr>
          <p:cNvPr id="92" name="Google Shape;92;p21"/>
          <p:cNvSpPr txBox="1"/>
          <p:nvPr>
            <p:ph idx="1" type="subTitle"/>
          </p:nvPr>
        </p:nvSpPr>
        <p:spPr>
          <a:xfrm>
            <a:off x="263400" y="2812142"/>
            <a:ext cx="4045200" cy="1235100"/>
          </a:xfrm>
          <a:prstGeom prst="rect">
            <a:avLst/>
          </a:prstGeom>
          <a:noFill/>
          <a:ln>
            <a:noFill/>
          </a:ln>
        </p:spPr>
        <p:txBody>
          <a:bodyPr anchorCtr="0" anchor="ctr" bIns="93500" lIns="93500" spcFirstLastPara="1" rIns="93500" wrap="square" tIns="93500">
            <a:noAutofit/>
          </a:bodyPr>
          <a:lstStyle>
            <a:lvl1pPr lvl="0" rtl="0" algn="ctr">
              <a:lnSpc>
                <a:spcPct val="100000"/>
              </a:lnSpc>
              <a:spcBef>
                <a:spcPts val="0"/>
              </a:spcBef>
              <a:spcAft>
                <a:spcPts val="0"/>
              </a:spcAft>
              <a:buSzPts val="2100"/>
              <a:buFont typeface="Proxima Nova"/>
              <a:buNone/>
              <a:defRPr sz="2100">
                <a:latin typeface="Proxima Nova"/>
                <a:ea typeface="Proxima Nova"/>
                <a:cs typeface="Proxima Nova"/>
                <a:sym typeface="Proxima Nova"/>
              </a:defRPr>
            </a:lvl1pPr>
            <a:lvl2pPr lvl="1" rtl="0" algn="ctr">
              <a:lnSpc>
                <a:spcPct val="100000"/>
              </a:lnSpc>
              <a:spcBef>
                <a:spcPts val="0"/>
              </a:spcBef>
              <a:spcAft>
                <a:spcPts val="0"/>
              </a:spcAft>
              <a:buSzPts val="2100"/>
              <a:buFont typeface="Open Sans"/>
              <a:buNone/>
              <a:defRPr sz="2100">
                <a:latin typeface="Open Sans"/>
                <a:ea typeface="Open Sans"/>
                <a:cs typeface="Open Sans"/>
                <a:sym typeface="Open Sans"/>
              </a:defRPr>
            </a:lvl2pPr>
            <a:lvl3pPr lvl="2" rtl="0" algn="ctr">
              <a:lnSpc>
                <a:spcPct val="100000"/>
              </a:lnSpc>
              <a:spcBef>
                <a:spcPts val="0"/>
              </a:spcBef>
              <a:spcAft>
                <a:spcPts val="0"/>
              </a:spcAft>
              <a:buSzPts val="2100"/>
              <a:buFont typeface="Open Sans"/>
              <a:buNone/>
              <a:defRPr sz="2100">
                <a:latin typeface="Open Sans"/>
                <a:ea typeface="Open Sans"/>
                <a:cs typeface="Open Sans"/>
                <a:sym typeface="Open Sans"/>
              </a:defRPr>
            </a:lvl3pPr>
            <a:lvl4pPr lvl="3" rtl="0" algn="ctr">
              <a:lnSpc>
                <a:spcPct val="100000"/>
              </a:lnSpc>
              <a:spcBef>
                <a:spcPts val="0"/>
              </a:spcBef>
              <a:spcAft>
                <a:spcPts val="0"/>
              </a:spcAft>
              <a:buSzPts val="2100"/>
              <a:buFont typeface="Open Sans"/>
              <a:buNone/>
              <a:defRPr sz="2100">
                <a:latin typeface="Open Sans"/>
                <a:ea typeface="Open Sans"/>
                <a:cs typeface="Open Sans"/>
                <a:sym typeface="Open Sans"/>
              </a:defRPr>
            </a:lvl4pPr>
            <a:lvl5pPr lvl="4" rtl="0" algn="ctr">
              <a:lnSpc>
                <a:spcPct val="100000"/>
              </a:lnSpc>
              <a:spcBef>
                <a:spcPts val="0"/>
              </a:spcBef>
              <a:spcAft>
                <a:spcPts val="0"/>
              </a:spcAft>
              <a:buSzPts val="2100"/>
              <a:buFont typeface="Open Sans"/>
              <a:buNone/>
              <a:defRPr sz="2100">
                <a:latin typeface="Open Sans"/>
                <a:ea typeface="Open Sans"/>
                <a:cs typeface="Open Sans"/>
                <a:sym typeface="Open Sans"/>
              </a:defRPr>
            </a:lvl5pPr>
            <a:lvl6pPr lvl="5" rtl="0" algn="ctr">
              <a:lnSpc>
                <a:spcPct val="100000"/>
              </a:lnSpc>
              <a:spcBef>
                <a:spcPts val="0"/>
              </a:spcBef>
              <a:spcAft>
                <a:spcPts val="0"/>
              </a:spcAft>
              <a:buSzPts val="2100"/>
              <a:buFont typeface="Open Sans"/>
              <a:buNone/>
              <a:defRPr sz="2100">
                <a:latin typeface="Open Sans"/>
                <a:ea typeface="Open Sans"/>
                <a:cs typeface="Open Sans"/>
                <a:sym typeface="Open Sans"/>
              </a:defRPr>
            </a:lvl6pPr>
            <a:lvl7pPr lvl="6" rtl="0" algn="ctr">
              <a:lnSpc>
                <a:spcPct val="100000"/>
              </a:lnSpc>
              <a:spcBef>
                <a:spcPts val="0"/>
              </a:spcBef>
              <a:spcAft>
                <a:spcPts val="0"/>
              </a:spcAft>
              <a:buSzPts val="2100"/>
              <a:buFont typeface="Open Sans"/>
              <a:buNone/>
              <a:defRPr sz="2100">
                <a:latin typeface="Open Sans"/>
                <a:ea typeface="Open Sans"/>
                <a:cs typeface="Open Sans"/>
                <a:sym typeface="Open Sans"/>
              </a:defRPr>
            </a:lvl7pPr>
            <a:lvl8pPr lvl="7" rtl="0" algn="ctr">
              <a:lnSpc>
                <a:spcPct val="100000"/>
              </a:lnSpc>
              <a:spcBef>
                <a:spcPts val="0"/>
              </a:spcBef>
              <a:spcAft>
                <a:spcPts val="0"/>
              </a:spcAft>
              <a:buSzPts val="2100"/>
              <a:buFont typeface="Open Sans"/>
              <a:buNone/>
              <a:defRPr sz="2100">
                <a:latin typeface="Open Sans"/>
                <a:ea typeface="Open Sans"/>
                <a:cs typeface="Open Sans"/>
                <a:sym typeface="Open Sans"/>
              </a:defRPr>
            </a:lvl8pPr>
            <a:lvl9pPr lvl="8" rtl="0" algn="ctr">
              <a:lnSpc>
                <a:spcPct val="100000"/>
              </a:lnSpc>
              <a:spcBef>
                <a:spcPts val="0"/>
              </a:spcBef>
              <a:spcAft>
                <a:spcPts val="0"/>
              </a:spcAft>
              <a:buSzPts val="2100"/>
              <a:buFont typeface="Open Sans"/>
              <a:buNone/>
              <a:defRPr sz="2100">
                <a:latin typeface="Open Sans"/>
                <a:ea typeface="Open Sans"/>
                <a:cs typeface="Open Sans"/>
                <a:sym typeface="Open Sans"/>
              </a:defRPr>
            </a:lvl9pPr>
          </a:lstStyle>
          <a:p/>
        </p:txBody>
      </p:sp>
      <p:sp>
        <p:nvSpPr>
          <p:cNvPr id="93" name="Google Shape;93;p21"/>
          <p:cNvSpPr txBox="1"/>
          <p:nvPr>
            <p:ph idx="2" type="body"/>
          </p:nvPr>
        </p:nvSpPr>
        <p:spPr>
          <a:xfrm>
            <a:off x="4939500" y="724200"/>
            <a:ext cx="3837000" cy="3695100"/>
          </a:xfrm>
          <a:prstGeom prst="rect">
            <a:avLst/>
          </a:prstGeom>
          <a:noFill/>
          <a:ln>
            <a:noFill/>
          </a:ln>
        </p:spPr>
        <p:txBody>
          <a:bodyPr anchorCtr="0" anchor="ctr" bIns="93500" lIns="93500" spcFirstLastPara="1" rIns="93500" wrap="square" tIns="93500">
            <a:noAutofit/>
          </a:bodyPr>
          <a:lstStyle>
            <a:lvl1pPr indent="-317500" lvl="0" marL="457200" rtl="0">
              <a:spcBef>
                <a:spcPts val="0"/>
              </a:spcBef>
              <a:spcAft>
                <a:spcPts val="0"/>
              </a:spcAft>
              <a:buClr>
                <a:schemeClr val="lt1"/>
              </a:buClr>
              <a:buSzPts val="1400"/>
              <a:buFont typeface="Proxima Nova"/>
              <a:buChar char="●"/>
              <a:defRPr sz="1400">
                <a:solidFill>
                  <a:schemeClr val="lt1"/>
                </a:solidFill>
                <a:latin typeface="Proxima Nova"/>
                <a:ea typeface="Proxima Nova"/>
                <a:cs typeface="Proxima Nova"/>
                <a:sym typeface="Proxima Nova"/>
              </a:defRPr>
            </a:lvl1pPr>
            <a:lvl2pPr indent="-317500" lvl="1" marL="914400" rtl="0">
              <a:spcBef>
                <a:spcPts val="0"/>
              </a:spcBef>
              <a:spcAft>
                <a:spcPts val="0"/>
              </a:spcAft>
              <a:buClr>
                <a:schemeClr val="lt1"/>
              </a:buClr>
              <a:buSzPts val="1400"/>
              <a:buFont typeface="Proxima Nova"/>
              <a:buChar char="○"/>
              <a:defRPr sz="1400">
                <a:solidFill>
                  <a:schemeClr val="lt1"/>
                </a:solidFill>
                <a:latin typeface="Proxima Nova"/>
                <a:ea typeface="Proxima Nova"/>
                <a:cs typeface="Proxima Nova"/>
                <a:sym typeface="Proxima Nova"/>
              </a:defRPr>
            </a:lvl2pPr>
            <a:lvl3pPr indent="-317500" lvl="2" marL="1371600" rtl="0">
              <a:spcBef>
                <a:spcPts val="0"/>
              </a:spcBef>
              <a:spcAft>
                <a:spcPts val="0"/>
              </a:spcAft>
              <a:buClr>
                <a:schemeClr val="lt1"/>
              </a:buClr>
              <a:buSzPts val="1400"/>
              <a:buFont typeface="Proxima Nova"/>
              <a:buChar char="■"/>
              <a:defRPr sz="1400">
                <a:solidFill>
                  <a:schemeClr val="lt1"/>
                </a:solidFill>
                <a:latin typeface="Proxima Nova"/>
                <a:ea typeface="Proxima Nova"/>
                <a:cs typeface="Proxima Nova"/>
                <a:sym typeface="Proxima Nova"/>
              </a:defRPr>
            </a:lvl3pPr>
            <a:lvl4pPr indent="-317500" lvl="3" marL="1828800" rtl="0">
              <a:spcBef>
                <a:spcPts val="0"/>
              </a:spcBef>
              <a:spcAft>
                <a:spcPts val="0"/>
              </a:spcAft>
              <a:buClr>
                <a:schemeClr val="lt1"/>
              </a:buClr>
              <a:buSzPts val="1400"/>
              <a:buFont typeface="Proxima Nova"/>
              <a:buChar char="●"/>
              <a:defRPr sz="1400">
                <a:solidFill>
                  <a:schemeClr val="lt1"/>
                </a:solidFill>
                <a:latin typeface="Proxima Nova"/>
                <a:ea typeface="Proxima Nova"/>
                <a:cs typeface="Proxima Nova"/>
                <a:sym typeface="Proxima Nova"/>
              </a:defRPr>
            </a:lvl4pPr>
            <a:lvl5pPr indent="-317500" lvl="4" marL="2286000" rtl="0">
              <a:spcBef>
                <a:spcPts val="0"/>
              </a:spcBef>
              <a:spcAft>
                <a:spcPts val="0"/>
              </a:spcAft>
              <a:buClr>
                <a:schemeClr val="lt1"/>
              </a:buClr>
              <a:buSzPts val="1400"/>
              <a:buFont typeface="Proxima Nova"/>
              <a:buChar char="○"/>
              <a:defRPr sz="1400">
                <a:solidFill>
                  <a:schemeClr val="lt1"/>
                </a:solidFill>
                <a:latin typeface="Proxima Nova"/>
                <a:ea typeface="Proxima Nova"/>
                <a:cs typeface="Proxima Nova"/>
                <a:sym typeface="Proxima Nova"/>
              </a:defRPr>
            </a:lvl5pPr>
            <a:lvl6pPr indent="-317500" lvl="5" marL="2743200" rtl="0">
              <a:spcBef>
                <a:spcPts val="0"/>
              </a:spcBef>
              <a:spcAft>
                <a:spcPts val="0"/>
              </a:spcAft>
              <a:buClr>
                <a:schemeClr val="lt1"/>
              </a:buClr>
              <a:buSzPts val="1400"/>
              <a:buFont typeface="Proxima Nova"/>
              <a:buChar char="■"/>
              <a:defRPr sz="1400">
                <a:solidFill>
                  <a:schemeClr val="lt1"/>
                </a:solidFill>
                <a:latin typeface="Proxima Nova"/>
                <a:ea typeface="Proxima Nova"/>
                <a:cs typeface="Proxima Nova"/>
                <a:sym typeface="Proxima Nova"/>
              </a:defRPr>
            </a:lvl6pPr>
            <a:lvl7pPr indent="-317500" lvl="6" marL="3200400" rtl="0">
              <a:spcBef>
                <a:spcPts val="0"/>
              </a:spcBef>
              <a:spcAft>
                <a:spcPts val="0"/>
              </a:spcAft>
              <a:buClr>
                <a:schemeClr val="lt1"/>
              </a:buClr>
              <a:buSzPts val="1400"/>
              <a:buFont typeface="Proxima Nova"/>
              <a:buChar char="●"/>
              <a:defRPr sz="1400">
                <a:solidFill>
                  <a:schemeClr val="lt1"/>
                </a:solidFill>
                <a:latin typeface="Proxima Nova"/>
                <a:ea typeface="Proxima Nova"/>
                <a:cs typeface="Proxima Nova"/>
                <a:sym typeface="Proxima Nova"/>
              </a:defRPr>
            </a:lvl7pPr>
            <a:lvl8pPr indent="-317500" lvl="7" marL="3657600" rtl="0">
              <a:spcBef>
                <a:spcPts val="0"/>
              </a:spcBef>
              <a:spcAft>
                <a:spcPts val="0"/>
              </a:spcAft>
              <a:buClr>
                <a:schemeClr val="lt1"/>
              </a:buClr>
              <a:buSzPts val="1400"/>
              <a:buFont typeface="Proxima Nova"/>
              <a:buChar char="○"/>
              <a:defRPr sz="1400">
                <a:solidFill>
                  <a:schemeClr val="lt1"/>
                </a:solidFill>
                <a:latin typeface="Proxima Nova"/>
                <a:ea typeface="Proxima Nova"/>
                <a:cs typeface="Proxima Nova"/>
                <a:sym typeface="Proxima Nova"/>
              </a:defRPr>
            </a:lvl8pPr>
            <a:lvl9pPr indent="-317500" lvl="8" marL="4114800" rtl="0">
              <a:spcBef>
                <a:spcPts val="0"/>
              </a:spcBef>
              <a:spcAft>
                <a:spcPts val="0"/>
              </a:spcAft>
              <a:buClr>
                <a:schemeClr val="lt1"/>
              </a:buClr>
              <a:buSzPts val="1400"/>
              <a:buFont typeface="Proxima Nova"/>
              <a:buChar char="■"/>
              <a:defRPr sz="1400">
                <a:solidFill>
                  <a:schemeClr val="lt1"/>
                </a:solidFill>
                <a:latin typeface="Proxima Nova"/>
                <a:ea typeface="Proxima Nova"/>
                <a:cs typeface="Proxima Nova"/>
                <a:sym typeface="Proxima Nova"/>
              </a:defRPr>
            </a:lvl9pPr>
          </a:lstStyle>
          <a:p/>
        </p:txBody>
      </p:sp>
      <p:sp>
        <p:nvSpPr>
          <p:cNvPr id="94" name="Google Shape;94;p21"/>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5" name="Shape 95"/>
        <p:cNvGrpSpPr/>
        <p:nvPr/>
      </p:nvGrpSpPr>
      <p:grpSpPr>
        <a:xfrm>
          <a:off x="0" y="0"/>
          <a:ext cx="0" cy="0"/>
          <a:chOff x="0" y="0"/>
          <a:chExt cx="0" cy="0"/>
        </a:xfrm>
      </p:grpSpPr>
      <p:sp>
        <p:nvSpPr>
          <p:cNvPr id="96" name="Google Shape;96;p22"/>
          <p:cNvSpPr txBox="1"/>
          <p:nvPr/>
        </p:nvSpPr>
        <p:spPr>
          <a:xfrm flipH="1" rot="10800000">
            <a:off x="0" y="0"/>
            <a:ext cx="9144000" cy="4695900"/>
          </a:xfrm>
          <a:prstGeom prst="rect">
            <a:avLst/>
          </a:prstGeom>
          <a:solidFill>
            <a:schemeClr val="accent4"/>
          </a:soli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97" name="Google Shape;97;p22"/>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3500" lIns="93500" spcFirstLastPara="1" rIns="93500" wrap="square" tIns="93500">
            <a:noAutofit/>
          </a:bodyPr>
          <a:lstStyle/>
          <a:p>
            <a:pPr indent="0" lvl="0" marL="0" rtl="0" algn="l">
              <a:spcBef>
                <a:spcPts val="0"/>
              </a:spcBef>
              <a:spcAft>
                <a:spcPts val="0"/>
              </a:spcAft>
              <a:buNone/>
            </a:pPr>
            <a:r>
              <a:t/>
            </a:r>
            <a:endParaRPr/>
          </a:p>
        </p:txBody>
      </p:sp>
      <p:sp>
        <p:nvSpPr>
          <p:cNvPr id="98" name="Google Shape;98;p22"/>
          <p:cNvSpPr txBox="1"/>
          <p:nvPr>
            <p:ph idx="1" type="body"/>
          </p:nvPr>
        </p:nvSpPr>
        <p:spPr>
          <a:xfrm>
            <a:off x="57150" y="4696825"/>
            <a:ext cx="8382000" cy="446700"/>
          </a:xfrm>
          <a:prstGeom prst="rect">
            <a:avLst/>
          </a:prstGeom>
          <a:noFill/>
          <a:ln>
            <a:noFill/>
          </a:ln>
        </p:spPr>
        <p:txBody>
          <a:bodyPr anchorCtr="0" anchor="ctr" bIns="93500" lIns="93500" spcFirstLastPara="1" rIns="93500" wrap="square" tIns="93500">
            <a:noAutofit/>
          </a:bodyPr>
          <a:lstStyle>
            <a:lvl1pPr indent="-228600" lvl="0" marL="457200" rtl="0">
              <a:lnSpc>
                <a:spcPct val="100000"/>
              </a:lnSpc>
              <a:spcBef>
                <a:spcPts val="0"/>
              </a:spcBef>
              <a:spcAft>
                <a:spcPts val="0"/>
              </a:spcAft>
              <a:buClr>
                <a:schemeClr val="lt1"/>
              </a:buClr>
              <a:buSzPts val="1200"/>
              <a:buFont typeface="Proxima Nova"/>
              <a:buNone/>
              <a:defRPr sz="1200">
                <a:solidFill>
                  <a:schemeClr val="lt1"/>
                </a:solidFill>
                <a:latin typeface="Proxima Nova"/>
                <a:ea typeface="Proxima Nova"/>
                <a:cs typeface="Proxima Nova"/>
                <a:sym typeface="Proxima Nova"/>
              </a:defRPr>
            </a:lvl1pPr>
          </a:lstStyle>
          <a:p/>
        </p:txBody>
      </p:sp>
      <p:sp>
        <p:nvSpPr>
          <p:cNvPr id="99" name="Google Shape;99;p22"/>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100" name="Shape 100"/>
        <p:cNvGrpSpPr/>
        <p:nvPr/>
      </p:nvGrpSpPr>
      <p:grpSpPr>
        <a:xfrm>
          <a:off x="0" y="0"/>
          <a:ext cx="0" cy="0"/>
          <a:chOff x="0" y="0"/>
          <a:chExt cx="0" cy="0"/>
        </a:xfrm>
      </p:grpSpPr>
      <p:sp>
        <p:nvSpPr>
          <p:cNvPr id="101" name="Google Shape;101;p23"/>
          <p:cNvSpPr txBox="1"/>
          <p:nvPr>
            <p:ph hasCustomPrompt="1" type="title"/>
          </p:nvPr>
        </p:nvSpPr>
        <p:spPr>
          <a:xfrm>
            <a:off x="475500" y="1487125"/>
            <a:ext cx="8222100" cy="1963500"/>
          </a:xfrm>
          <a:prstGeom prst="rect">
            <a:avLst/>
          </a:prstGeom>
        </p:spPr>
        <p:txBody>
          <a:bodyPr anchorCtr="0" anchor="b" bIns="93500" lIns="93500" spcFirstLastPara="1" rIns="93500" wrap="square" tIns="93500">
            <a:noAutofit/>
          </a:bodyPr>
          <a:lstStyle>
            <a:lvl1pPr lvl="0" rtl="0" algn="ctr">
              <a:spcBef>
                <a:spcPts val="0"/>
              </a:spcBef>
              <a:spcAft>
                <a:spcPts val="0"/>
              </a:spcAft>
              <a:buClr>
                <a:schemeClr val="dk2"/>
              </a:buClr>
              <a:buSzPts val="12200"/>
              <a:buNone/>
              <a:defRPr sz="12200">
                <a:solidFill>
                  <a:schemeClr val="dk2"/>
                </a:solidFill>
              </a:defRPr>
            </a:lvl1pPr>
            <a:lvl2pPr lvl="1" rtl="0" algn="ctr">
              <a:spcBef>
                <a:spcPts val="0"/>
              </a:spcBef>
              <a:spcAft>
                <a:spcPts val="0"/>
              </a:spcAft>
              <a:buClr>
                <a:schemeClr val="dk2"/>
              </a:buClr>
              <a:buSzPts val="12200"/>
              <a:buNone/>
              <a:defRPr sz="12200">
                <a:solidFill>
                  <a:schemeClr val="dk2"/>
                </a:solidFill>
              </a:defRPr>
            </a:lvl2pPr>
            <a:lvl3pPr lvl="2" rtl="0" algn="ctr">
              <a:spcBef>
                <a:spcPts val="0"/>
              </a:spcBef>
              <a:spcAft>
                <a:spcPts val="0"/>
              </a:spcAft>
              <a:buClr>
                <a:schemeClr val="dk2"/>
              </a:buClr>
              <a:buSzPts val="12200"/>
              <a:buNone/>
              <a:defRPr sz="12200">
                <a:solidFill>
                  <a:schemeClr val="dk2"/>
                </a:solidFill>
              </a:defRPr>
            </a:lvl3pPr>
            <a:lvl4pPr lvl="3" rtl="0" algn="ctr">
              <a:spcBef>
                <a:spcPts val="0"/>
              </a:spcBef>
              <a:spcAft>
                <a:spcPts val="0"/>
              </a:spcAft>
              <a:buClr>
                <a:schemeClr val="dk2"/>
              </a:buClr>
              <a:buSzPts val="12200"/>
              <a:buNone/>
              <a:defRPr sz="12200">
                <a:solidFill>
                  <a:schemeClr val="dk2"/>
                </a:solidFill>
              </a:defRPr>
            </a:lvl4pPr>
            <a:lvl5pPr lvl="4" rtl="0" algn="ctr">
              <a:spcBef>
                <a:spcPts val="0"/>
              </a:spcBef>
              <a:spcAft>
                <a:spcPts val="0"/>
              </a:spcAft>
              <a:buClr>
                <a:schemeClr val="dk2"/>
              </a:buClr>
              <a:buSzPts val="12200"/>
              <a:buNone/>
              <a:defRPr sz="12200">
                <a:solidFill>
                  <a:schemeClr val="dk2"/>
                </a:solidFill>
              </a:defRPr>
            </a:lvl5pPr>
            <a:lvl6pPr lvl="5" rtl="0" algn="ctr">
              <a:spcBef>
                <a:spcPts val="0"/>
              </a:spcBef>
              <a:spcAft>
                <a:spcPts val="0"/>
              </a:spcAft>
              <a:buClr>
                <a:schemeClr val="dk2"/>
              </a:buClr>
              <a:buSzPts val="12200"/>
              <a:buNone/>
              <a:defRPr sz="12200">
                <a:solidFill>
                  <a:schemeClr val="dk2"/>
                </a:solidFill>
              </a:defRPr>
            </a:lvl6pPr>
            <a:lvl7pPr lvl="6" rtl="0" algn="ctr">
              <a:spcBef>
                <a:spcPts val="0"/>
              </a:spcBef>
              <a:spcAft>
                <a:spcPts val="0"/>
              </a:spcAft>
              <a:buClr>
                <a:schemeClr val="dk2"/>
              </a:buClr>
              <a:buSzPts val="12200"/>
              <a:buNone/>
              <a:defRPr sz="12200">
                <a:solidFill>
                  <a:schemeClr val="dk2"/>
                </a:solidFill>
              </a:defRPr>
            </a:lvl7pPr>
            <a:lvl8pPr lvl="7" rtl="0" algn="ctr">
              <a:spcBef>
                <a:spcPts val="0"/>
              </a:spcBef>
              <a:spcAft>
                <a:spcPts val="0"/>
              </a:spcAft>
              <a:buClr>
                <a:schemeClr val="dk2"/>
              </a:buClr>
              <a:buSzPts val="12200"/>
              <a:buNone/>
              <a:defRPr sz="12200">
                <a:solidFill>
                  <a:schemeClr val="dk2"/>
                </a:solidFill>
              </a:defRPr>
            </a:lvl8pPr>
            <a:lvl9pPr lvl="8" rtl="0" algn="ctr">
              <a:spcBef>
                <a:spcPts val="0"/>
              </a:spcBef>
              <a:spcAft>
                <a:spcPts val="0"/>
              </a:spcAft>
              <a:buClr>
                <a:schemeClr val="dk2"/>
              </a:buClr>
              <a:buSzPts val="12200"/>
              <a:buNone/>
              <a:defRPr sz="12200">
                <a:solidFill>
                  <a:schemeClr val="dk2"/>
                </a:solidFill>
              </a:defRPr>
            </a:lvl9pPr>
          </a:lstStyle>
          <a:p>
            <a:r>
              <a:t>xx%</a:t>
            </a:r>
          </a:p>
        </p:txBody>
      </p:sp>
      <p:sp>
        <p:nvSpPr>
          <p:cNvPr id="102" name="Google Shape;102;p23"/>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103" name="Shape 103"/>
        <p:cNvGrpSpPr/>
        <p:nvPr/>
      </p:nvGrpSpPr>
      <p:grpSpPr>
        <a:xfrm>
          <a:off x="0" y="0"/>
          <a:ext cx="0" cy="0"/>
          <a:chOff x="0" y="0"/>
          <a:chExt cx="0" cy="0"/>
        </a:xfrm>
      </p:grpSpPr>
      <p:sp>
        <p:nvSpPr>
          <p:cNvPr id="104" name="Google Shape;104;p24"/>
          <p:cNvSpPr txBox="1"/>
          <p:nvPr>
            <p:ph idx="12" type="sldNum"/>
          </p:nvPr>
        </p:nvSpPr>
        <p:spPr>
          <a:xfrm>
            <a:off x="8523541" y="4695623"/>
            <a:ext cx="548700" cy="393600"/>
          </a:xfrm>
          <a:prstGeom prst="rect">
            <a:avLst/>
          </a:prstGeom>
        </p:spPr>
        <p:txBody>
          <a:bodyPr anchorCtr="0" anchor="ctr" bIns="93500" lIns="93500" spcFirstLastPara="1" rIns="93500" wrap="square" tIns="9350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3500" lIns="93500" spcFirstLastPara="1" rIns="93500" wrap="square" tIns="93500">
            <a:normAutofit/>
          </a:bodyPr>
          <a:lstStyle>
            <a:lvl1pPr lvl="0">
              <a:spcBef>
                <a:spcPts val="0"/>
              </a:spcBef>
              <a:spcAft>
                <a:spcPts val="0"/>
              </a:spcAft>
              <a:buClr>
                <a:schemeClr val="dk1"/>
              </a:buClr>
              <a:buSzPts val="2900"/>
              <a:buNone/>
              <a:defRPr sz="2900">
                <a:solidFill>
                  <a:schemeClr val="dk1"/>
                </a:solidFill>
              </a:defRPr>
            </a:lvl1pPr>
            <a:lvl2pPr lvl="1">
              <a:spcBef>
                <a:spcPts val="0"/>
              </a:spcBef>
              <a:spcAft>
                <a:spcPts val="0"/>
              </a:spcAft>
              <a:buClr>
                <a:schemeClr val="dk1"/>
              </a:buClr>
              <a:buSzPts val="2900"/>
              <a:buNone/>
              <a:defRPr sz="2900">
                <a:solidFill>
                  <a:schemeClr val="dk1"/>
                </a:solidFill>
              </a:defRPr>
            </a:lvl2pPr>
            <a:lvl3pPr lvl="2">
              <a:spcBef>
                <a:spcPts val="0"/>
              </a:spcBef>
              <a:spcAft>
                <a:spcPts val="0"/>
              </a:spcAft>
              <a:buClr>
                <a:schemeClr val="dk1"/>
              </a:buClr>
              <a:buSzPts val="2900"/>
              <a:buNone/>
              <a:defRPr sz="2900">
                <a:solidFill>
                  <a:schemeClr val="dk1"/>
                </a:solidFill>
              </a:defRPr>
            </a:lvl3pPr>
            <a:lvl4pPr lvl="3">
              <a:spcBef>
                <a:spcPts val="0"/>
              </a:spcBef>
              <a:spcAft>
                <a:spcPts val="0"/>
              </a:spcAft>
              <a:buClr>
                <a:schemeClr val="dk1"/>
              </a:buClr>
              <a:buSzPts val="2900"/>
              <a:buNone/>
              <a:defRPr sz="2900">
                <a:solidFill>
                  <a:schemeClr val="dk1"/>
                </a:solidFill>
              </a:defRPr>
            </a:lvl4pPr>
            <a:lvl5pPr lvl="4">
              <a:spcBef>
                <a:spcPts val="0"/>
              </a:spcBef>
              <a:spcAft>
                <a:spcPts val="0"/>
              </a:spcAft>
              <a:buClr>
                <a:schemeClr val="dk1"/>
              </a:buClr>
              <a:buSzPts val="2900"/>
              <a:buNone/>
              <a:defRPr sz="2900">
                <a:solidFill>
                  <a:schemeClr val="dk1"/>
                </a:solidFill>
              </a:defRPr>
            </a:lvl5pPr>
            <a:lvl6pPr lvl="5">
              <a:spcBef>
                <a:spcPts val="0"/>
              </a:spcBef>
              <a:spcAft>
                <a:spcPts val="0"/>
              </a:spcAft>
              <a:buClr>
                <a:schemeClr val="dk1"/>
              </a:buClr>
              <a:buSzPts val="2900"/>
              <a:buNone/>
              <a:defRPr sz="2900">
                <a:solidFill>
                  <a:schemeClr val="dk1"/>
                </a:solidFill>
              </a:defRPr>
            </a:lvl6pPr>
            <a:lvl7pPr lvl="6">
              <a:spcBef>
                <a:spcPts val="0"/>
              </a:spcBef>
              <a:spcAft>
                <a:spcPts val="0"/>
              </a:spcAft>
              <a:buClr>
                <a:schemeClr val="dk1"/>
              </a:buClr>
              <a:buSzPts val="2900"/>
              <a:buNone/>
              <a:defRPr sz="2900">
                <a:solidFill>
                  <a:schemeClr val="dk1"/>
                </a:solidFill>
              </a:defRPr>
            </a:lvl7pPr>
            <a:lvl8pPr lvl="7">
              <a:spcBef>
                <a:spcPts val="0"/>
              </a:spcBef>
              <a:spcAft>
                <a:spcPts val="0"/>
              </a:spcAft>
              <a:buClr>
                <a:schemeClr val="dk1"/>
              </a:buClr>
              <a:buSzPts val="2900"/>
              <a:buNone/>
              <a:defRPr sz="2900">
                <a:solidFill>
                  <a:schemeClr val="dk1"/>
                </a:solidFill>
              </a:defRPr>
            </a:lvl8pPr>
            <a:lvl9pPr lvl="8">
              <a:spcBef>
                <a:spcPts val="0"/>
              </a:spcBef>
              <a:spcAft>
                <a:spcPts val="0"/>
              </a:spcAft>
              <a:buClr>
                <a:schemeClr val="dk1"/>
              </a:buClr>
              <a:buSzPts val="2900"/>
              <a:buNone/>
              <a:defRPr sz="29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3500" lIns="93500" spcFirstLastPara="1" rIns="93500" wrap="square" tIns="93500">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sz="1400">
                <a:solidFill>
                  <a:schemeClr val="dk2"/>
                </a:solidFill>
              </a:defRPr>
            </a:lvl2pPr>
            <a:lvl3pPr indent="-317500" lvl="2" marL="1371600">
              <a:lnSpc>
                <a:spcPct val="115000"/>
              </a:lnSpc>
              <a:spcBef>
                <a:spcPts val="0"/>
              </a:spcBef>
              <a:spcAft>
                <a:spcPts val="0"/>
              </a:spcAft>
              <a:buClr>
                <a:schemeClr val="dk2"/>
              </a:buClr>
              <a:buSzPts val="1400"/>
              <a:buChar char="■"/>
              <a:defRPr sz="1400">
                <a:solidFill>
                  <a:schemeClr val="dk2"/>
                </a:solidFill>
              </a:defRPr>
            </a:lvl3pPr>
            <a:lvl4pPr indent="-317500" lvl="3" marL="1828800">
              <a:lnSpc>
                <a:spcPct val="115000"/>
              </a:lnSpc>
              <a:spcBef>
                <a:spcPts val="0"/>
              </a:spcBef>
              <a:spcAft>
                <a:spcPts val="0"/>
              </a:spcAft>
              <a:buClr>
                <a:schemeClr val="dk2"/>
              </a:buClr>
              <a:buSzPts val="1400"/>
              <a:buChar char="●"/>
              <a:defRPr sz="1400">
                <a:solidFill>
                  <a:schemeClr val="dk2"/>
                </a:solidFill>
              </a:defRPr>
            </a:lvl4pPr>
            <a:lvl5pPr indent="-317500" lvl="4" marL="2286000">
              <a:lnSpc>
                <a:spcPct val="115000"/>
              </a:lnSpc>
              <a:spcBef>
                <a:spcPts val="0"/>
              </a:spcBef>
              <a:spcAft>
                <a:spcPts val="0"/>
              </a:spcAft>
              <a:buClr>
                <a:schemeClr val="dk2"/>
              </a:buClr>
              <a:buSzPts val="1400"/>
              <a:buChar char="○"/>
              <a:defRPr sz="1400">
                <a:solidFill>
                  <a:schemeClr val="dk2"/>
                </a:solidFill>
              </a:defRPr>
            </a:lvl5pPr>
            <a:lvl6pPr indent="-317500" lvl="5" marL="2743200">
              <a:lnSpc>
                <a:spcPct val="115000"/>
              </a:lnSpc>
              <a:spcBef>
                <a:spcPts val="0"/>
              </a:spcBef>
              <a:spcAft>
                <a:spcPts val="0"/>
              </a:spcAft>
              <a:buClr>
                <a:schemeClr val="dk2"/>
              </a:buClr>
              <a:buSzPts val="1400"/>
              <a:buChar char="■"/>
              <a:defRPr sz="1400">
                <a:solidFill>
                  <a:schemeClr val="dk2"/>
                </a:solidFill>
              </a:defRPr>
            </a:lvl6pPr>
            <a:lvl7pPr indent="-317500" lvl="6" marL="3200400">
              <a:lnSpc>
                <a:spcPct val="115000"/>
              </a:lnSpc>
              <a:spcBef>
                <a:spcPts val="0"/>
              </a:spcBef>
              <a:spcAft>
                <a:spcPts val="0"/>
              </a:spcAft>
              <a:buClr>
                <a:schemeClr val="dk2"/>
              </a:buClr>
              <a:buSzPts val="1400"/>
              <a:buChar char="●"/>
              <a:defRPr sz="1400">
                <a:solidFill>
                  <a:schemeClr val="dk2"/>
                </a:solidFill>
              </a:defRPr>
            </a:lvl7pPr>
            <a:lvl8pPr indent="-317500" lvl="7" marL="3657600">
              <a:lnSpc>
                <a:spcPct val="115000"/>
              </a:lnSpc>
              <a:spcBef>
                <a:spcPts val="0"/>
              </a:spcBef>
              <a:spcAft>
                <a:spcPts val="0"/>
              </a:spcAft>
              <a:buClr>
                <a:schemeClr val="dk2"/>
              </a:buClr>
              <a:buSzPts val="1400"/>
              <a:buChar char="○"/>
              <a:defRPr sz="1400">
                <a:solidFill>
                  <a:schemeClr val="dk2"/>
                </a:solidFill>
              </a:defRPr>
            </a:lvl8pPr>
            <a:lvl9pPr indent="-317500" lvl="8" marL="4114800">
              <a:lnSpc>
                <a:spcPct val="115000"/>
              </a:lnSpc>
              <a:spcBef>
                <a:spcPts val="0"/>
              </a:spcBef>
              <a:spcAft>
                <a:spcPts val="0"/>
              </a:spcAft>
              <a:buClr>
                <a:schemeClr val="dk2"/>
              </a:buClr>
              <a:buSzPts val="1400"/>
              <a:buChar char="■"/>
              <a:defRPr sz="1400">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3500" lIns="93500" spcFirstLastPara="1" rIns="93500" wrap="square" tIns="9350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2A84EE"/>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71900" y="738725"/>
            <a:ext cx="8222100" cy="767700"/>
          </a:xfrm>
          <a:prstGeom prst="rect">
            <a:avLst/>
          </a:prstGeom>
          <a:noFill/>
          <a:ln>
            <a:noFill/>
          </a:ln>
        </p:spPr>
        <p:txBody>
          <a:bodyPr anchorCtr="0" anchor="b" bIns="93500" lIns="93500" spcFirstLastPara="1" rIns="93500" wrap="square" tIns="93500">
            <a:noAutofit/>
          </a:bodyPr>
          <a:lstStyle>
            <a:lvl1pPr lvl="0" rtl="0">
              <a:spcBef>
                <a:spcPts val="0"/>
              </a:spcBef>
              <a:spcAft>
                <a:spcPts val="0"/>
              </a:spcAft>
              <a:buClr>
                <a:schemeClr val="lt1"/>
              </a:buClr>
              <a:buSzPts val="3300"/>
              <a:buFont typeface="Proxima Nova"/>
              <a:buNone/>
              <a:defRPr sz="3300">
                <a:solidFill>
                  <a:schemeClr val="lt1"/>
                </a:solidFill>
                <a:latin typeface="Proxima Nova"/>
                <a:ea typeface="Proxima Nova"/>
                <a:cs typeface="Proxima Nova"/>
                <a:sym typeface="Proxima Nova"/>
              </a:defRPr>
            </a:lvl1pPr>
            <a:lvl2pPr lvl="1" rtl="0">
              <a:spcBef>
                <a:spcPts val="0"/>
              </a:spcBef>
              <a:spcAft>
                <a:spcPts val="0"/>
              </a:spcAft>
              <a:buClr>
                <a:schemeClr val="lt1"/>
              </a:buClr>
              <a:buSzPts val="3300"/>
              <a:buFont typeface="Roboto"/>
              <a:buNone/>
              <a:defRPr sz="3300">
                <a:solidFill>
                  <a:schemeClr val="lt1"/>
                </a:solidFill>
                <a:latin typeface="Roboto"/>
                <a:ea typeface="Roboto"/>
                <a:cs typeface="Roboto"/>
                <a:sym typeface="Roboto"/>
              </a:defRPr>
            </a:lvl2pPr>
            <a:lvl3pPr lvl="2" rtl="0">
              <a:spcBef>
                <a:spcPts val="0"/>
              </a:spcBef>
              <a:spcAft>
                <a:spcPts val="0"/>
              </a:spcAft>
              <a:buClr>
                <a:schemeClr val="lt1"/>
              </a:buClr>
              <a:buSzPts val="3300"/>
              <a:buFont typeface="Roboto"/>
              <a:buNone/>
              <a:defRPr sz="3300">
                <a:solidFill>
                  <a:schemeClr val="lt1"/>
                </a:solidFill>
                <a:latin typeface="Roboto"/>
                <a:ea typeface="Roboto"/>
                <a:cs typeface="Roboto"/>
                <a:sym typeface="Roboto"/>
              </a:defRPr>
            </a:lvl3pPr>
            <a:lvl4pPr lvl="3" rtl="0">
              <a:spcBef>
                <a:spcPts val="0"/>
              </a:spcBef>
              <a:spcAft>
                <a:spcPts val="0"/>
              </a:spcAft>
              <a:buClr>
                <a:schemeClr val="lt1"/>
              </a:buClr>
              <a:buSzPts val="3300"/>
              <a:buFont typeface="Roboto"/>
              <a:buNone/>
              <a:defRPr sz="3300">
                <a:solidFill>
                  <a:schemeClr val="lt1"/>
                </a:solidFill>
                <a:latin typeface="Roboto"/>
                <a:ea typeface="Roboto"/>
                <a:cs typeface="Roboto"/>
                <a:sym typeface="Roboto"/>
              </a:defRPr>
            </a:lvl4pPr>
            <a:lvl5pPr lvl="4" rtl="0">
              <a:spcBef>
                <a:spcPts val="0"/>
              </a:spcBef>
              <a:spcAft>
                <a:spcPts val="0"/>
              </a:spcAft>
              <a:buClr>
                <a:schemeClr val="lt1"/>
              </a:buClr>
              <a:buSzPts val="3300"/>
              <a:buFont typeface="Roboto"/>
              <a:buNone/>
              <a:defRPr sz="3300">
                <a:solidFill>
                  <a:schemeClr val="lt1"/>
                </a:solidFill>
                <a:latin typeface="Roboto"/>
                <a:ea typeface="Roboto"/>
                <a:cs typeface="Roboto"/>
                <a:sym typeface="Roboto"/>
              </a:defRPr>
            </a:lvl5pPr>
            <a:lvl6pPr lvl="5" rtl="0">
              <a:spcBef>
                <a:spcPts val="0"/>
              </a:spcBef>
              <a:spcAft>
                <a:spcPts val="0"/>
              </a:spcAft>
              <a:buClr>
                <a:schemeClr val="lt1"/>
              </a:buClr>
              <a:buSzPts val="3300"/>
              <a:buFont typeface="Roboto"/>
              <a:buNone/>
              <a:defRPr sz="3300">
                <a:solidFill>
                  <a:schemeClr val="lt1"/>
                </a:solidFill>
                <a:latin typeface="Roboto"/>
                <a:ea typeface="Roboto"/>
                <a:cs typeface="Roboto"/>
                <a:sym typeface="Roboto"/>
              </a:defRPr>
            </a:lvl6pPr>
            <a:lvl7pPr lvl="6" rtl="0">
              <a:spcBef>
                <a:spcPts val="0"/>
              </a:spcBef>
              <a:spcAft>
                <a:spcPts val="0"/>
              </a:spcAft>
              <a:buClr>
                <a:schemeClr val="lt1"/>
              </a:buClr>
              <a:buSzPts val="3300"/>
              <a:buFont typeface="Roboto"/>
              <a:buNone/>
              <a:defRPr sz="3300">
                <a:solidFill>
                  <a:schemeClr val="lt1"/>
                </a:solidFill>
                <a:latin typeface="Roboto"/>
                <a:ea typeface="Roboto"/>
                <a:cs typeface="Roboto"/>
                <a:sym typeface="Roboto"/>
              </a:defRPr>
            </a:lvl7pPr>
            <a:lvl8pPr lvl="7" rtl="0">
              <a:spcBef>
                <a:spcPts val="0"/>
              </a:spcBef>
              <a:spcAft>
                <a:spcPts val="0"/>
              </a:spcAft>
              <a:buClr>
                <a:schemeClr val="lt1"/>
              </a:buClr>
              <a:buSzPts val="3300"/>
              <a:buFont typeface="Roboto"/>
              <a:buNone/>
              <a:defRPr sz="3300">
                <a:solidFill>
                  <a:schemeClr val="lt1"/>
                </a:solidFill>
                <a:latin typeface="Roboto"/>
                <a:ea typeface="Roboto"/>
                <a:cs typeface="Roboto"/>
                <a:sym typeface="Roboto"/>
              </a:defRPr>
            </a:lvl8pPr>
            <a:lvl9pPr lvl="8" rtl="0">
              <a:spcBef>
                <a:spcPts val="0"/>
              </a:spcBef>
              <a:spcAft>
                <a:spcPts val="0"/>
              </a:spcAft>
              <a:buClr>
                <a:schemeClr val="lt1"/>
              </a:buClr>
              <a:buSzPts val="3300"/>
              <a:buFont typeface="Roboto"/>
              <a:buNone/>
              <a:defRPr sz="3300">
                <a:solidFill>
                  <a:schemeClr val="lt1"/>
                </a:solidFill>
                <a:latin typeface="Roboto"/>
                <a:ea typeface="Roboto"/>
                <a:cs typeface="Roboto"/>
                <a:sym typeface="Roboto"/>
              </a:defRPr>
            </a:lvl9pPr>
          </a:lstStyle>
          <a:p/>
        </p:txBody>
      </p:sp>
      <p:sp>
        <p:nvSpPr>
          <p:cNvPr id="52" name="Google Shape;52;p13"/>
          <p:cNvSpPr txBox="1"/>
          <p:nvPr>
            <p:ph idx="12" type="sldNum"/>
          </p:nvPr>
        </p:nvSpPr>
        <p:spPr>
          <a:xfrm>
            <a:off x="8523541" y="4695623"/>
            <a:ext cx="548700" cy="393600"/>
          </a:xfrm>
          <a:prstGeom prst="rect">
            <a:avLst/>
          </a:prstGeom>
          <a:noFill/>
          <a:ln>
            <a:noFill/>
          </a:ln>
        </p:spPr>
        <p:txBody>
          <a:bodyPr anchorCtr="0" anchor="ctr" bIns="93500" lIns="93500" spcFirstLastPara="1" rIns="93500" wrap="square" tIns="93500">
            <a:noAutofit/>
          </a:bodyPr>
          <a:lstStyle>
            <a:lvl1pPr lvl="0" rtl="0" algn="r">
              <a:buNone/>
              <a:defRPr sz="1000">
                <a:solidFill>
                  <a:schemeClr val="lt2"/>
                </a:solidFill>
                <a:latin typeface="Roboto"/>
                <a:ea typeface="Roboto"/>
                <a:cs typeface="Roboto"/>
                <a:sym typeface="Roboto"/>
              </a:defRPr>
            </a:lvl1pPr>
            <a:lvl2pPr lvl="1" rtl="0" algn="r">
              <a:buNone/>
              <a:defRPr sz="1000">
                <a:solidFill>
                  <a:schemeClr val="lt2"/>
                </a:solidFill>
                <a:latin typeface="Roboto"/>
                <a:ea typeface="Roboto"/>
                <a:cs typeface="Roboto"/>
                <a:sym typeface="Roboto"/>
              </a:defRPr>
            </a:lvl2pPr>
            <a:lvl3pPr lvl="2" rtl="0" algn="r">
              <a:buNone/>
              <a:defRPr sz="1000">
                <a:solidFill>
                  <a:schemeClr val="lt2"/>
                </a:solidFill>
                <a:latin typeface="Roboto"/>
                <a:ea typeface="Roboto"/>
                <a:cs typeface="Roboto"/>
                <a:sym typeface="Roboto"/>
              </a:defRPr>
            </a:lvl3pPr>
            <a:lvl4pPr lvl="3" rtl="0" algn="r">
              <a:buNone/>
              <a:defRPr sz="1000">
                <a:solidFill>
                  <a:schemeClr val="lt2"/>
                </a:solidFill>
                <a:latin typeface="Roboto"/>
                <a:ea typeface="Roboto"/>
                <a:cs typeface="Roboto"/>
                <a:sym typeface="Roboto"/>
              </a:defRPr>
            </a:lvl4pPr>
            <a:lvl5pPr lvl="4" rtl="0" algn="r">
              <a:buNone/>
              <a:defRPr sz="1000">
                <a:solidFill>
                  <a:schemeClr val="lt2"/>
                </a:solidFill>
                <a:latin typeface="Roboto"/>
                <a:ea typeface="Roboto"/>
                <a:cs typeface="Roboto"/>
                <a:sym typeface="Roboto"/>
              </a:defRPr>
            </a:lvl5pPr>
            <a:lvl6pPr lvl="5" rtl="0" algn="r">
              <a:buNone/>
              <a:defRPr sz="1000">
                <a:solidFill>
                  <a:schemeClr val="lt2"/>
                </a:solidFill>
                <a:latin typeface="Roboto"/>
                <a:ea typeface="Roboto"/>
                <a:cs typeface="Roboto"/>
                <a:sym typeface="Roboto"/>
              </a:defRPr>
            </a:lvl6pPr>
            <a:lvl7pPr lvl="6" rtl="0" algn="r">
              <a:buNone/>
              <a:defRPr sz="1000">
                <a:solidFill>
                  <a:schemeClr val="lt2"/>
                </a:solidFill>
                <a:latin typeface="Roboto"/>
                <a:ea typeface="Roboto"/>
                <a:cs typeface="Roboto"/>
                <a:sym typeface="Roboto"/>
              </a:defRPr>
            </a:lvl7pPr>
            <a:lvl8pPr lvl="7" rtl="0" algn="r">
              <a:buNone/>
              <a:defRPr sz="1000">
                <a:solidFill>
                  <a:schemeClr val="lt2"/>
                </a:solidFill>
                <a:latin typeface="Roboto"/>
                <a:ea typeface="Roboto"/>
                <a:cs typeface="Roboto"/>
                <a:sym typeface="Roboto"/>
              </a:defRPr>
            </a:lvl8pPr>
            <a:lvl9pPr lvl="8" rtl="0"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08" name="Shape 108"/>
        <p:cNvGrpSpPr/>
        <p:nvPr/>
      </p:nvGrpSpPr>
      <p:grpSpPr>
        <a:xfrm>
          <a:off x="0" y="0"/>
          <a:ext cx="0" cy="0"/>
          <a:chOff x="0" y="0"/>
          <a:chExt cx="0" cy="0"/>
        </a:xfrm>
      </p:grpSpPr>
      <p:sp>
        <p:nvSpPr>
          <p:cNvPr id="109" name="Google Shape;109;p25"/>
          <p:cNvSpPr txBox="1"/>
          <p:nvPr/>
        </p:nvSpPr>
        <p:spPr>
          <a:xfrm>
            <a:off x="415661" y="369311"/>
            <a:ext cx="8312700" cy="44049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10" name="Google Shape;110;p25"/>
          <p:cNvSpPr txBox="1"/>
          <p:nvPr/>
        </p:nvSpPr>
        <p:spPr>
          <a:xfrm>
            <a:off x="1235325" y="1094875"/>
            <a:ext cx="6673500" cy="23964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5500">
                <a:solidFill>
                  <a:schemeClr val="lt1"/>
                </a:solidFill>
                <a:latin typeface="Roboto"/>
                <a:ea typeface="Roboto"/>
                <a:cs typeface="Roboto"/>
                <a:sym typeface="Roboto"/>
              </a:rPr>
              <a:t>GEOMETRY &amp; TRIGONOMETRY</a:t>
            </a:r>
            <a:endParaRPr b="1" sz="5500">
              <a:solidFill>
                <a:schemeClr val="lt1"/>
              </a:solidFill>
              <a:latin typeface="Roboto"/>
              <a:ea typeface="Roboto"/>
              <a:cs typeface="Roboto"/>
              <a:sym typeface="Roboto"/>
            </a:endParaRPr>
          </a:p>
          <a:p>
            <a:pPr indent="0" lvl="0" marL="0" rtl="0" algn="ctr">
              <a:spcBef>
                <a:spcPts val="0"/>
              </a:spcBef>
              <a:spcAft>
                <a:spcPts val="0"/>
              </a:spcAft>
              <a:buNone/>
            </a:pPr>
            <a:r>
              <a:rPr b="1" lang="en" sz="5500">
                <a:solidFill>
                  <a:schemeClr val="lt1"/>
                </a:solidFill>
                <a:latin typeface="Roboto"/>
                <a:ea typeface="Roboto"/>
                <a:cs typeface="Roboto"/>
                <a:sym typeface="Roboto"/>
              </a:rPr>
              <a:t>FOCUS SKILL #3</a:t>
            </a:r>
            <a:endParaRPr i="1" sz="4000">
              <a:solidFill>
                <a:schemeClr val="lt1"/>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14" name="Shape 114"/>
        <p:cNvGrpSpPr/>
        <p:nvPr/>
      </p:nvGrpSpPr>
      <p:grpSpPr>
        <a:xfrm>
          <a:off x="0" y="0"/>
          <a:ext cx="0" cy="0"/>
          <a:chOff x="0" y="0"/>
          <a:chExt cx="0" cy="0"/>
        </a:xfrm>
      </p:grpSpPr>
      <p:sp>
        <p:nvSpPr>
          <p:cNvPr id="115" name="Google Shape;115;p26"/>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16" name="Google Shape;116;p26"/>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17" name="Google Shape;117;p26"/>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4500">
                <a:solidFill>
                  <a:schemeClr val="lt1"/>
                </a:solidFill>
                <a:latin typeface="Roboto"/>
                <a:ea typeface="Roboto"/>
                <a:cs typeface="Roboto"/>
                <a:sym typeface="Roboto"/>
              </a:rPr>
              <a:t>FOCUS SKILL</a:t>
            </a:r>
            <a:endParaRPr b="1" sz="4500">
              <a:solidFill>
                <a:schemeClr val="lt1"/>
              </a:solidFill>
              <a:latin typeface="Roboto"/>
              <a:ea typeface="Roboto"/>
              <a:cs typeface="Roboto"/>
              <a:sym typeface="Roboto"/>
            </a:endParaRPr>
          </a:p>
        </p:txBody>
      </p:sp>
      <p:sp>
        <p:nvSpPr>
          <p:cNvPr id="118" name="Google Shape;118;p26"/>
          <p:cNvSpPr txBox="1"/>
          <p:nvPr/>
        </p:nvSpPr>
        <p:spPr>
          <a:xfrm>
            <a:off x="721050" y="2100554"/>
            <a:ext cx="7701900" cy="1410300"/>
          </a:xfrm>
          <a:prstGeom prst="rect">
            <a:avLst/>
          </a:prstGeom>
          <a:noFill/>
          <a:ln>
            <a:noFill/>
          </a:ln>
        </p:spPr>
        <p:txBody>
          <a:bodyPr anchorCtr="0" anchor="ctr" bIns="75575" lIns="75575" spcFirstLastPara="1" rIns="75575" wrap="square" tIns="75575">
            <a:noAutofit/>
          </a:bodyPr>
          <a:lstStyle/>
          <a:p>
            <a:pPr indent="0" lvl="0" marL="0" rtl="0" algn="ctr">
              <a:lnSpc>
                <a:spcPct val="115000"/>
              </a:lnSpc>
              <a:spcBef>
                <a:spcPts val="0"/>
              </a:spcBef>
              <a:spcAft>
                <a:spcPts val="0"/>
              </a:spcAft>
              <a:buNone/>
            </a:pPr>
            <a:r>
              <a:rPr b="1" lang="en" sz="4500">
                <a:latin typeface="Proxima Nova"/>
                <a:ea typeface="Proxima Nova"/>
                <a:cs typeface="Proxima Nova"/>
                <a:sym typeface="Proxima Nova"/>
              </a:rPr>
              <a:t>Right Triangles </a:t>
            </a:r>
            <a:endParaRPr b="1" sz="4500">
              <a:latin typeface="Proxima Nova"/>
              <a:ea typeface="Proxima Nova"/>
              <a:cs typeface="Proxima Nova"/>
              <a:sym typeface="Proxima Nova"/>
            </a:endParaRPr>
          </a:p>
          <a:p>
            <a:pPr indent="0" lvl="0" marL="0" rtl="0" algn="ctr">
              <a:lnSpc>
                <a:spcPct val="115000"/>
              </a:lnSpc>
              <a:spcBef>
                <a:spcPts val="0"/>
              </a:spcBef>
              <a:spcAft>
                <a:spcPts val="0"/>
              </a:spcAft>
              <a:buNone/>
            </a:pPr>
            <a:r>
              <a:rPr b="1" lang="en" sz="4500">
                <a:latin typeface="Proxima Nova"/>
                <a:ea typeface="Proxima Nova"/>
                <a:cs typeface="Proxima Nova"/>
                <a:sym typeface="Proxima Nova"/>
              </a:rPr>
              <a:t>and Trigonometry</a:t>
            </a:r>
            <a:endParaRPr b="1" sz="4500">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22" name="Shape 122"/>
        <p:cNvGrpSpPr/>
        <p:nvPr/>
      </p:nvGrpSpPr>
      <p:grpSpPr>
        <a:xfrm>
          <a:off x="0" y="0"/>
          <a:ext cx="0" cy="0"/>
          <a:chOff x="0" y="0"/>
          <a:chExt cx="0" cy="0"/>
        </a:xfrm>
      </p:grpSpPr>
      <p:sp>
        <p:nvSpPr>
          <p:cNvPr id="123" name="Google Shape;123;p27"/>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24" name="Google Shape;124;p27"/>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25" name="Google Shape;125;p27"/>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300">
                <a:solidFill>
                  <a:schemeClr val="lt1"/>
                </a:solidFill>
                <a:latin typeface="Roboto"/>
                <a:ea typeface="Roboto"/>
                <a:cs typeface="Roboto"/>
                <a:sym typeface="Roboto"/>
              </a:rPr>
              <a:t>Pythagorean Theorem</a:t>
            </a:r>
            <a:endParaRPr b="1" sz="3800">
              <a:solidFill>
                <a:schemeClr val="lt1"/>
              </a:solidFill>
              <a:latin typeface="Roboto"/>
              <a:ea typeface="Roboto"/>
              <a:cs typeface="Roboto"/>
              <a:sym typeface="Roboto"/>
            </a:endParaRPr>
          </a:p>
        </p:txBody>
      </p:sp>
      <p:pic>
        <p:nvPicPr>
          <p:cNvPr id="126" name="Google Shape;126;p27"/>
          <p:cNvPicPr preferRelativeResize="0"/>
          <p:nvPr/>
        </p:nvPicPr>
        <p:blipFill rotWithShape="1">
          <a:blip r:embed="rId3">
            <a:alphaModFix/>
          </a:blip>
          <a:srcRect b="27584" l="51919" r="5255" t="7282"/>
          <a:stretch/>
        </p:blipFill>
        <p:spPr>
          <a:xfrm>
            <a:off x="728251" y="1671451"/>
            <a:ext cx="3181675" cy="2530574"/>
          </a:xfrm>
          <a:prstGeom prst="rect">
            <a:avLst/>
          </a:prstGeom>
          <a:noFill/>
          <a:ln>
            <a:noFill/>
          </a:ln>
        </p:spPr>
      </p:pic>
      <p:pic>
        <p:nvPicPr>
          <p:cNvPr id="127" name="Google Shape;127;p27"/>
          <p:cNvPicPr preferRelativeResize="0"/>
          <p:nvPr/>
        </p:nvPicPr>
        <p:blipFill rotWithShape="1">
          <a:blip r:embed="rId3">
            <a:alphaModFix/>
          </a:blip>
          <a:srcRect b="0" l="0" r="71089" t="82616"/>
          <a:stretch/>
        </p:blipFill>
        <p:spPr>
          <a:xfrm>
            <a:off x="5847750" y="1431650"/>
            <a:ext cx="2336364" cy="734700"/>
          </a:xfrm>
          <a:prstGeom prst="rect">
            <a:avLst/>
          </a:prstGeom>
          <a:noFill/>
          <a:ln>
            <a:noFill/>
          </a:ln>
        </p:spPr>
      </p:pic>
      <p:pic>
        <p:nvPicPr>
          <p:cNvPr id="128" name="Google Shape;128;p27"/>
          <p:cNvPicPr preferRelativeResize="0"/>
          <p:nvPr/>
        </p:nvPicPr>
        <p:blipFill>
          <a:blip r:embed="rId4">
            <a:alphaModFix/>
          </a:blip>
          <a:stretch>
            <a:fillRect/>
          </a:stretch>
        </p:blipFill>
        <p:spPr>
          <a:xfrm>
            <a:off x="5932613" y="2307036"/>
            <a:ext cx="2160358" cy="756300"/>
          </a:xfrm>
          <a:prstGeom prst="rect">
            <a:avLst/>
          </a:prstGeom>
          <a:noFill/>
          <a:ln>
            <a:noFill/>
          </a:ln>
        </p:spPr>
      </p:pic>
      <p:sp>
        <p:nvSpPr>
          <p:cNvPr id="129" name="Google Shape;129;p27"/>
          <p:cNvSpPr txBox="1"/>
          <p:nvPr/>
        </p:nvSpPr>
        <p:spPr>
          <a:xfrm>
            <a:off x="5932625" y="3296300"/>
            <a:ext cx="2795700" cy="10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a</a:t>
            </a:r>
            <a:r>
              <a:rPr lang="en" sz="2000">
                <a:solidFill>
                  <a:schemeClr val="dk2"/>
                </a:solidFill>
                <a:latin typeface="Proxima Nova Semibold"/>
                <a:ea typeface="Proxima Nova Semibold"/>
                <a:cs typeface="Proxima Nova Semibold"/>
                <a:sym typeface="Proxima Nova Semibold"/>
              </a:rPr>
              <a:t> = leg</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b</a:t>
            </a:r>
            <a:r>
              <a:rPr lang="en" sz="2000">
                <a:solidFill>
                  <a:schemeClr val="dk2"/>
                </a:solidFill>
                <a:latin typeface="Proxima Nova Semibold"/>
                <a:ea typeface="Proxima Nova Semibold"/>
                <a:cs typeface="Proxima Nova Semibold"/>
                <a:sym typeface="Proxima Nova Semibold"/>
              </a:rPr>
              <a:t> = leg</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c</a:t>
            </a:r>
            <a:r>
              <a:rPr lang="en" sz="2000">
                <a:solidFill>
                  <a:schemeClr val="dk2"/>
                </a:solidFill>
                <a:latin typeface="Proxima Nova Semibold"/>
                <a:ea typeface="Proxima Nova Semibold"/>
                <a:cs typeface="Proxima Nova Semibold"/>
                <a:sym typeface="Proxima Nova Semibold"/>
              </a:rPr>
              <a:t> = hypotenuse</a:t>
            </a:r>
            <a:endParaRPr sz="2000">
              <a:solidFill>
                <a:schemeClr val="dk2"/>
              </a:solidFill>
              <a:latin typeface="Proxima Nova Semibold"/>
              <a:ea typeface="Proxima Nova Semibold"/>
              <a:cs typeface="Proxima Nova Semibold"/>
              <a:sym typeface="Proxima Nova Semibold"/>
            </a:endParaRPr>
          </a:p>
        </p:txBody>
      </p:sp>
      <p:sp>
        <p:nvSpPr>
          <p:cNvPr id="130" name="Google Shape;130;p27"/>
          <p:cNvSpPr txBox="1"/>
          <p:nvPr/>
        </p:nvSpPr>
        <p:spPr>
          <a:xfrm>
            <a:off x="1118725" y="1431638"/>
            <a:ext cx="4631700" cy="105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Used to find the side lengths</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                of a RIGHT triangle</a:t>
            </a:r>
            <a:endParaRPr sz="2000">
              <a:solidFill>
                <a:schemeClr val="dk2"/>
              </a:solidFill>
              <a:latin typeface="Proxima Nova Semibold"/>
              <a:ea typeface="Proxima Nova Semibold"/>
              <a:cs typeface="Proxima Nova Semibold"/>
              <a:sym typeface="Proxima Nova Semibold"/>
            </a:endParaRPr>
          </a:p>
        </p:txBody>
      </p:sp>
      <p:sp>
        <p:nvSpPr>
          <p:cNvPr id="131" name="Google Shape;131;p27"/>
          <p:cNvSpPr txBox="1"/>
          <p:nvPr/>
        </p:nvSpPr>
        <p:spPr>
          <a:xfrm>
            <a:off x="728250" y="4202025"/>
            <a:ext cx="5124300" cy="105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2"/>
                </a:solidFill>
                <a:latin typeface="Proxima Nova Semibold"/>
                <a:ea typeface="Proxima Nova Semibold"/>
                <a:cs typeface="Proxima Nova Semibold"/>
                <a:sym typeface="Proxima Nova Semibold"/>
              </a:rPr>
              <a:t>See also: Pythagorean triples (e.g., 3, 4, 5)</a:t>
            </a:r>
            <a:endParaRPr sz="1600">
              <a:solidFill>
                <a:schemeClr val="dk2"/>
              </a:solidFill>
              <a:latin typeface="Proxima Nova Semibold"/>
              <a:ea typeface="Proxima Nova Semibold"/>
              <a:cs typeface="Proxima Nova Semibold"/>
              <a:sym typeface="Proxima Nova Semi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35" name="Shape 135"/>
        <p:cNvGrpSpPr/>
        <p:nvPr/>
      </p:nvGrpSpPr>
      <p:grpSpPr>
        <a:xfrm>
          <a:off x="0" y="0"/>
          <a:ext cx="0" cy="0"/>
          <a:chOff x="0" y="0"/>
          <a:chExt cx="0" cy="0"/>
        </a:xfrm>
      </p:grpSpPr>
      <p:sp>
        <p:nvSpPr>
          <p:cNvPr id="136" name="Google Shape;136;p28"/>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37" name="Google Shape;137;p28"/>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38" name="Google Shape;138;p28"/>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300">
                <a:solidFill>
                  <a:schemeClr val="lt1"/>
                </a:solidFill>
                <a:latin typeface="Roboto"/>
                <a:ea typeface="Roboto"/>
                <a:cs typeface="Roboto"/>
                <a:sym typeface="Roboto"/>
              </a:rPr>
              <a:t>Special Right Triangles</a:t>
            </a:r>
            <a:endParaRPr b="1" sz="3800">
              <a:solidFill>
                <a:schemeClr val="lt1"/>
              </a:solidFill>
              <a:latin typeface="Roboto"/>
              <a:ea typeface="Roboto"/>
              <a:cs typeface="Roboto"/>
              <a:sym typeface="Roboto"/>
            </a:endParaRPr>
          </a:p>
        </p:txBody>
      </p:sp>
      <p:sp>
        <p:nvSpPr>
          <p:cNvPr id="139" name="Google Shape;139;p28"/>
          <p:cNvSpPr txBox="1"/>
          <p:nvPr/>
        </p:nvSpPr>
        <p:spPr>
          <a:xfrm>
            <a:off x="721050" y="1208235"/>
            <a:ext cx="7701900" cy="406200"/>
          </a:xfrm>
          <a:prstGeom prst="rect">
            <a:avLst/>
          </a:prstGeom>
          <a:noFill/>
          <a:ln>
            <a:noFill/>
          </a:ln>
        </p:spPr>
        <p:txBody>
          <a:bodyPr anchorCtr="0" anchor="ctr" bIns="75575" lIns="75575" spcFirstLastPara="1" rIns="75575" wrap="square" tIns="75575">
            <a:noAutofit/>
          </a:bodyPr>
          <a:lstStyle/>
          <a:p>
            <a:pPr indent="0" lvl="0" marL="0" rtl="0" algn="ctr">
              <a:lnSpc>
                <a:spcPct val="115000"/>
              </a:lnSpc>
              <a:spcBef>
                <a:spcPts val="0"/>
              </a:spcBef>
              <a:spcAft>
                <a:spcPts val="0"/>
              </a:spcAft>
              <a:buNone/>
            </a:pPr>
            <a:r>
              <a:t/>
            </a:r>
            <a:endParaRPr b="1" sz="2300">
              <a:latin typeface="Proxima Nova"/>
              <a:ea typeface="Proxima Nova"/>
              <a:cs typeface="Proxima Nova"/>
              <a:sym typeface="Proxima Nova"/>
            </a:endParaRPr>
          </a:p>
        </p:txBody>
      </p:sp>
      <p:pic>
        <p:nvPicPr>
          <p:cNvPr id="140" name="Google Shape;140;p28"/>
          <p:cNvPicPr preferRelativeResize="0"/>
          <p:nvPr/>
        </p:nvPicPr>
        <p:blipFill rotWithShape="1">
          <a:blip r:embed="rId3">
            <a:alphaModFix/>
          </a:blip>
          <a:srcRect b="58297" l="0" r="0" t="0"/>
          <a:stretch/>
        </p:blipFill>
        <p:spPr>
          <a:xfrm>
            <a:off x="721025" y="1523413"/>
            <a:ext cx="2541301" cy="1329125"/>
          </a:xfrm>
          <a:prstGeom prst="rect">
            <a:avLst/>
          </a:prstGeom>
          <a:noFill/>
          <a:ln>
            <a:noFill/>
          </a:ln>
        </p:spPr>
      </p:pic>
      <p:pic>
        <p:nvPicPr>
          <p:cNvPr id="141" name="Google Shape;141;p28"/>
          <p:cNvPicPr preferRelativeResize="0"/>
          <p:nvPr/>
        </p:nvPicPr>
        <p:blipFill rotWithShape="1">
          <a:blip r:embed="rId3">
            <a:alphaModFix/>
          </a:blip>
          <a:srcRect b="3948" l="0" r="0" t="45244"/>
          <a:stretch/>
        </p:blipFill>
        <p:spPr>
          <a:xfrm>
            <a:off x="721025" y="2893225"/>
            <a:ext cx="2541301" cy="1619251"/>
          </a:xfrm>
          <a:prstGeom prst="rect">
            <a:avLst/>
          </a:prstGeom>
          <a:noFill/>
          <a:ln>
            <a:noFill/>
          </a:ln>
        </p:spPr>
      </p:pic>
      <p:sp>
        <p:nvSpPr>
          <p:cNvPr id="142" name="Google Shape;142;p28"/>
          <p:cNvSpPr txBox="1"/>
          <p:nvPr/>
        </p:nvSpPr>
        <p:spPr>
          <a:xfrm>
            <a:off x="2787975" y="1905687"/>
            <a:ext cx="1319700" cy="5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Proxima Nova"/>
                <a:ea typeface="Proxima Nova"/>
                <a:cs typeface="Proxima Nova"/>
                <a:sym typeface="Proxima Nova"/>
              </a:rPr>
              <a:t>30-60-90 </a:t>
            </a:r>
            <a:endParaRPr b="1">
              <a:solidFill>
                <a:schemeClr val="dk2"/>
              </a:solidFill>
              <a:latin typeface="Proxima Nova"/>
              <a:ea typeface="Proxima Nova"/>
              <a:cs typeface="Proxima Nova"/>
              <a:sym typeface="Proxima Nova"/>
            </a:endParaRPr>
          </a:p>
          <a:p>
            <a:pPr indent="0" lvl="0" marL="0" rtl="0" algn="ctr">
              <a:spcBef>
                <a:spcPts val="0"/>
              </a:spcBef>
              <a:spcAft>
                <a:spcPts val="0"/>
              </a:spcAft>
              <a:buNone/>
            </a:pPr>
            <a:r>
              <a:rPr b="1" lang="en">
                <a:solidFill>
                  <a:schemeClr val="dk2"/>
                </a:solidFill>
                <a:latin typeface="Proxima Nova"/>
                <a:ea typeface="Proxima Nova"/>
                <a:cs typeface="Proxima Nova"/>
                <a:sym typeface="Proxima Nova"/>
              </a:rPr>
              <a:t>triangle</a:t>
            </a:r>
            <a:endParaRPr b="1">
              <a:solidFill>
                <a:schemeClr val="dk2"/>
              </a:solidFill>
              <a:latin typeface="Proxima Nova"/>
              <a:ea typeface="Proxima Nova"/>
              <a:cs typeface="Proxima Nova"/>
              <a:sym typeface="Proxima Nova"/>
            </a:endParaRPr>
          </a:p>
        </p:txBody>
      </p:sp>
      <p:sp>
        <p:nvSpPr>
          <p:cNvPr id="143" name="Google Shape;143;p28"/>
          <p:cNvSpPr txBox="1"/>
          <p:nvPr/>
        </p:nvSpPr>
        <p:spPr>
          <a:xfrm>
            <a:off x="2787975" y="3333112"/>
            <a:ext cx="1319700" cy="564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2"/>
                </a:solidFill>
                <a:latin typeface="Proxima Nova"/>
                <a:ea typeface="Proxima Nova"/>
                <a:cs typeface="Proxima Nova"/>
                <a:sym typeface="Proxima Nova"/>
              </a:rPr>
              <a:t>45-45</a:t>
            </a:r>
            <a:r>
              <a:rPr b="1" lang="en">
                <a:solidFill>
                  <a:schemeClr val="dk2"/>
                </a:solidFill>
                <a:latin typeface="Proxima Nova"/>
                <a:ea typeface="Proxima Nova"/>
                <a:cs typeface="Proxima Nova"/>
                <a:sym typeface="Proxima Nova"/>
              </a:rPr>
              <a:t>-90 triangle</a:t>
            </a:r>
            <a:endParaRPr sz="1200">
              <a:solidFill>
                <a:schemeClr val="dk2"/>
              </a:solidFill>
              <a:latin typeface="Proxima Nova Semibold"/>
              <a:ea typeface="Proxima Nova Semibold"/>
              <a:cs typeface="Proxima Nova Semibold"/>
              <a:sym typeface="Proxima Nova Semibold"/>
            </a:endParaRPr>
          </a:p>
        </p:txBody>
      </p:sp>
      <p:sp>
        <p:nvSpPr>
          <p:cNvPr id="144" name="Google Shape;144;p28"/>
          <p:cNvSpPr txBox="1"/>
          <p:nvPr/>
        </p:nvSpPr>
        <p:spPr>
          <a:xfrm>
            <a:off x="4479825" y="1523425"/>
            <a:ext cx="4167300" cy="272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Very (very!) common—</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be able to recognize them</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Note: Questions might also ask you about the </a:t>
            </a:r>
            <a:r>
              <a:rPr lang="en" sz="2000">
                <a:solidFill>
                  <a:schemeClr val="dk2"/>
                </a:solidFill>
                <a:latin typeface="Proxima Nova Semibold"/>
                <a:ea typeface="Proxima Nova Semibold"/>
                <a:cs typeface="Proxima Nova Semibold"/>
                <a:sym typeface="Proxima Nova Semibold"/>
              </a:rPr>
              <a:t>measurement</a:t>
            </a:r>
            <a:r>
              <a:rPr lang="en" sz="2000">
                <a:solidFill>
                  <a:schemeClr val="dk2"/>
                </a:solidFill>
                <a:latin typeface="Proxima Nova Semibold"/>
                <a:ea typeface="Proxima Nova Semibold"/>
                <a:cs typeface="Proxima Nova Semibold"/>
                <a:sym typeface="Proxima Nova Semibold"/>
              </a:rPr>
              <a:t> of a side length when you are only given one side.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If so, you need to find x. </a:t>
            </a:r>
            <a:endParaRPr sz="2000">
              <a:solidFill>
                <a:schemeClr val="dk2"/>
              </a:solidFill>
              <a:latin typeface="Proxima Nova Semibold"/>
              <a:ea typeface="Proxima Nova Semibold"/>
              <a:cs typeface="Proxima Nova Semibold"/>
              <a:sym typeface="Proxima Nova Semibold"/>
            </a:endParaRPr>
          </a:p>
        </p:txBody>
      </p:sp>
      <p:pic>
        <p:nvPicPr>
          <p:cNvPr id="145" name="Google Shape;145;p28"/>
          <p:cNvPicPr preferRelativeResize="0"/>
          <p:nvPr/>
        </p:nvPicPr>
        <p:blipFill>
          <a:blip r:embed="rId4">
            <a:alphaModFix/>
          </a:blip>
          <a:stretch>
            <a:fillRect/>
          </a:stretch>
        </p:blipFill>
        <p:spPr>
          <a:xfrm>
            <a:off x="1271225" y="3569050"/>
            <a:ext cx="114975" cy="106645"/>
          </a:xfrm>
          <a:prstGeom prst="rect">
            <a:avLst/>
          </a:prstGeom>
          <a:noFill/>
          <a:ln>
            <a:noFill/>
          </a:ln>
        </p:spPr>
      </p:pic>
      <p:pic>
        <p:nvPicPr>
          <p:cNvPr id="146" name="Google Shape;146;p28"/>
          <p:cNvPicPr preferRelativeResize="0"/>
          <p:nvPr/>
        </p:nvPicPr>
        <p:blipFill>
          <a:blip r:embed="rId4">
            <a:alphaModFix/>
          </a:blip>
          <a:stretch>
            <a:fillRect/>
          </a:stretch>
        </p:blipFill>
        <p:spPr>
          <a:xfrm>
            <a:off x="2083400" y="3471500"/>
            <a:ext cx="114975" cy="106650"/>
          </a:xfrm>
          <a:prstGeom prst="rect">
            <a:avLst/>
          </a:prstGeom>
          <a:noFill/>
          <a:ln>
            <a:noFill/>
          </a:ln>
        </p:spPr>
      </p:pic>
      <p:pic>
        <p:nvPicPr>
          <p:cNvPr id="147" name="Google Shape;147;p28"/>
          <p:cNvPicPr preferRelativeResize="0"/>
          <p:nvPr/>
        </p:nvPicPr>
        <p:blipFill>
          <a:blip r:embed="rId4">
            <a:alphaModFix/>
          </a:blip>
          <a:stretch>
            <a:fillRect/>
          </a:stretch>
        </p:blipFill>
        <p:spPr>
          <a:xfrm>
            <a:off x="2073450" y="4381250"/>
            <a:ext cx="114975" cy="10664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51" name="Shape 151"/>
        <p:cNvGrpSpPr/>
        <p:nvPr/>
      </p:nvGrpSpPr>
      <p:grpSpPr>
        <a:xfrm>
          <a:off x="0" y="0"/>
          <a:ext cx="0" cy="0"/>
          <a:chOff x="0" y="0"/>
          <a:chExt cx="0" cy="0"/>
        </a:xfrm>
      </p:grpSpPr>
      <p:sp>
        <p:nvSpPr>
          <p:cNvPr id="152" name="Google Shape;152;p29"/>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53" name="Google Shape;153;p29"/>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54" name="Google Shape;154;p29"/>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Clr>
                <a:schemeClr val="dk2"/>
              </a:buClr>
              <a:buSzPts val="1100"/>
              <a:buFont typeface="Arial"/>
              <a:buNone/>
            </a:pPr>
            <a:r>
              <a:rPr b="1" lang="en" sz="3300">
                <a:solidFill>
                  <a:schemeClr val="lt1"/>
                </a:solidFill>
                <a:latin typeface="Roboto"/>
                <a:ea typeface="Roboto"/>
                <a:cs typeface="Roboto"/>
                <a:sym typeface="Roboto"/>
              </a:rPr>
              <a:t>SOHCAHTOA</a:t>
            </a:r>
            <a:endParaRPr b="1" sz="3300">
              <a:solidFill>
                <a:schemeClr val="lt1"/>
              </a:solidFill>
              <a:latin typeface="Roboto"/>
              <a:ea typeface="Roboto"/>
              <a:cs typeface="Roboto"/>
              <a:sym typeface="Roboto"/>
            </a:endParaRPr>
          </a:p>
        </p:txBody>
      </p:sp>
      <p:sp>
        <p:nvSpPr>
          <p:cNvPr id="155" name="Google Shape;155;p29"/>
          <p:cNvSpPr txBox="1"/>
          <p:nvPr/>
        </p:nvSpPr>
        <p:spPr>
          <a:xfrm>
            <a:off x="678225" y="1505188"/>
            <a:ext cx="4255500" cy="105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Based off of the </a:t>
            </a:r>
            <a:r>
              <a:rPr b="1" lang="en" sz="2000">
                <a:solidFill>
                  <a:schemeClr val="accent6"/>
                </a:solidFill>
                <a:latin typeface="Proxima Nova"/>
                <a:ea typeface="Proxima Nova"/>
                <a:cs typeface="Proxima Nova"/>
                <a:sym typeface="Proxima Nova"/>
              </a:rPr>
              <a:t>location of </a:t>
            </a:r>
            <a:r>
              <a:rPr b="1" lang="en" sz="2000">
                <a:solidFill>
                  <a:schemeClr val="accent6"/>
                </a:solidFill>
                <a:latin typeface="Proxima Nova"/>
                <a:ea typeface="Proxima Nova"/>
                <a:cs typeface="Proxima Nova"/>
                <a:sym typeface="Proxima Nova"/>
              </a:rPr>
              <a:t>θ</a:t>
            </a:r>
            <a:r>
              <a:rPr lang="en" sz="2000">
                <a:solidFill>
                  <a:schemeClr val="accent6"/>
                </a:solidFill>
                <a:latin typeface="Proxima Nova Semibold"/>
                <a:ea typeface="Proxima Nova Semibold"/>
                <a:cs typeface="Proxima Nova Semibold"/>
                <a:sym typeface="Proxima Nova Semibold"/>
              </a:rPr>
              <a:t> </a:t>
            </a:r>
            <a:r>
              <a:rPr lang="en" sz="2000">
                <a:solidFill>
                  <a:schemeClr val="dk2"/>
                </a:solidFill>
                <a:latin typeface="Proxima Nova Semibold"/>
                <a:ea typeface="Proxima Nova Semibold"/>
                <a:cs typeface="Proxima Nova Semibold"/>
                <a:sym typeface="Proxima Nova Semibold"/>
              </a:rPr>
              <a:t>and the </a:t>
            </a:r>
            <a:r>
              <a:rPr b="1" lang="en" sz="2000">
                <a:solidFill>
                  <a:schemeClr val="dk2"/>
                </a:solidFill>
                <a:latin typeface="Proxima Nova"/>
                <a:ea typeface="Proxima Nova"/>
                <a:cs typeface="Proxima Nova"/>
                <a:sym typeface="Proxima Nova"/>
              </a:rPr>
              <a:t>side lengths</a:t>
            </a:r>
            <a:r>
              <a:rPr lang="en" sz="2000">
                <a:solidFill>
                  <a:schemeClr val="dk2"/>
                </a:solidFill>
                <a:latin typeface="Proxima Nova Semibold"/>
                <a:ea typeface="Proxima Nova Semibold"/>
                <a:cs typeface="Proxima Nova Semibold"/>
                <a:sym typeface="Proxima Nova Semibold"/>
              </a:rPr>
              <a:t> of a right triangle</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1700">
              <a:solidFill>
                <a:schemeClr val="dk2"/>
              </a:solidFill>
              <a:latin typeface="Proxima Nova Semibold"/>
              <a:ea typeface="Proxima Nova Semibold"/>
              <a:cs typeface="Proxima Nova Semibold"/>
              <a:sym typeface="Proxima Nova Semibold"/>
            </a:endParaRPr>
          </a:p>
        </p:txBody>
      </p:sp>
      <p:pic>
        <p:nvPicPr>
          <p:cNvPr id="156" name="Google Shape;156;p29"/>
          <p:cNvPicPr preferRelativeResize="0"/>
          <p:nvPr/>
        </p:nvPicPr>
        <p:blipFill>
          <a:blip r:embed="rId3">
            <a:alphaModFix/>
          </a:blip>
          <a:stretch>
            <a:fillRect/>
          </a:stretch>
        </p:blipFill>
        <p:spPr>
          <a:xfrm>
            <a:off x="1817100" y="2571750"/>
            <a:ext cx="1565350" cy="2112101"/>
          </a:xfrm>
          <a:prstGeom prst="rect">
            <a:avLst/>
          </a:prstGeom>
          <a:noFill/>
          <a:ln>
            <a:noFill/>
          </a:ln>
        </p:spPr>
      </p:pic>
      <p:pic>
        <p:nvPicPr>
          <p:cNvPr id="157" name="Google Shape;157;p29"/>
          <p:cNvPicPr preferRelativeResize="0"/>
          <p:nvPr/>
        </p:nvPicPr>
        <p:blipFill>
          <a:blip r:embed="rId4">
            <a:alphaModFix/>
          </a:blip>
          <a:stretch>
            <a:fillRect/>
          </a:stretch>
        </p:blipFill>
        <p:spPr>
          <a:xfrm>
            <a:off x="4933725" y="1657646"/>
            <a:ext cx="3397775" cy="2913175"/>
          </a:xfrm>
          <a:prstGeom prst="rect">
            <a:avLst/>
          </a:prstGeom>
          <a:noFill/>
          <a:ln>
            <a:noFill/>
          </a:ln>
        </p:spPr>
      </p:pic>
      <p:sp>
        <p:nvSpPr>
          <p:cNvPr id="158" name="Google Shape;158;p29"/>
          <p:cNvSpPr txBox="1"/>
          <p:nvPr/>
        </p:nvSpPr>
        <p:spPr>
          <a:xfrm>
            <a:off x="1249825" y="3018150"/>
            <a:ext cx="13197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674EA7"/>
                </a:solidFill>
                <a:latin typeface="Proxima Nova"/>
                <a:ea typeface="Proxima Nova"/>
                <a:cs typeface="Proxima Nova"/>
                <a:sym typeface="Proxima Nova"/>
              </a:rPr>
              <a:t>Hypotenuse</a:t>
            </a:r>
            <a:endParaRPr b="1">
              <a:solidFill>
                <a:srgbClr val="674EA7"/>
              </a:solidFill>
              <a:latin typeface="Proxima Nova"/>
              <a:ea typeface="Proxima Nova"/>
              <a:cs typeface="Proxima Nova"/>
              <a:sym typeface="Proxima Nova"/>
            </a:endParaRPr>
          </a:p>
          <a:p>
            <a:pPr indent="0" lvl="0" marL="0" rtl="0" algn="l">
              <a:spcBef>
                <a:spcPts val="0"/>
              </a:spcBef>
              <a:spcAft>
                <a:spcPts val="0"/>
              </a:spcAft>
              <a:buNone/>
            </a:pPr>
            <a:r>
              <a:rPr lang="en" sz="1200">
                <a:latin typeface="Proxima Nova Semibold"/>
                <a:ea typeface="Proxima Nova Semibold"/>
                <a:cs typeface="Proxima Nova Semibold"/>
                <a:sym typeface="Proxima Nova Semibold"/>
              </a:rPr>
              <a:t>(always across from right angle)</a:t>
            </a:r>
            <a:endParaRPr sz="1200">
              <a:latin typeface="Proxima Nova Semibold"/>
              <a:ea typeface="Proxima Nova Semibold"/>
              <a:cs typeface="Proxima Nova Semibold"/>
              <a:sym typeface="Proxima Nova Semibold"/>
            </a:endParaRPr>
          </a:p>
        </p:txBody>
      </p:sp>
      <p:sp>
        <p:nvSpPr>
          <p:cNvPr id="159" name="Google Shape;159;p29"/>
          <p:cNvSpPr txBox="1"/>
          <p:nvPr/>
        </p:nvSpPr>
        <p:spPr>
          <a:xfrm>
            <a:off x="3252300" y="3518792"/>
            <a:ext cx="13197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3"/>
                </a:solidFill>
                <a:latin typeface="Proxima Nova"/>
                <a:ea typeface="Proxima Nova"/>
                <a:cs typeface="Proxima Nova"/>
                <a:sym typeface="Proxima Nova"/>
              </a:rPr>
              <a:t>Opposite</a:t>
            </a:r>
            <a:endParaRPr sz="1200">
              <a:solidFill>
                <a:schemeClr val="accent3"/>
              </a:solidFill>
              <a:latin typeface="Proxima Nova Semibold"/>
              <a:ea typeface="Proxima Nova Semibold"/>
              <a:cs typeface="Proxima Nova Semibold"/>
              <a:sym typeface="Proxima Nova Semibold"/>
            </a:endParaRPr>
          </a:p>
        </p:txBody>
      </p:sp>
      <p:sp>
        <p:nvSpPr>
          <p:cNvPr id="160" name="Google Shape;160;p29"/>
          <p:cNvSpPr txBox="1"/>
          <p:nvPr/>
        </p:nvSpPr>
        <p:spPr>
          <a:xfrm>
            <a:off x="2139275" y="4440200"/>
            <a:ext cx="9210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2"/>
                </a:solidFill>
                <a:latin typeface="Proxima Nova"/>
                <a:ea typeface="Proxima Nova"/>
                <a:cs typeface="Proxima Nova"/>
                <a:sym typeface="Proxima Nova"/>
              </a:rPr>
              <a:t>Adjacent</a:t>
            </a:r>
            <a:endParaRPr sz="1200">
              <a:solidFill>
                <a:schemeClr val="accent2"/>
              </a:solidFill>
              <a:latin typeface="Proxima Nova Semibold"/>
              <a:ea typeface="Proxima Nova Semibold"/>
              <a:cs typeface="Proxima Nova Semibold"/>
              <a:sym typeface="Proxima Nova Semibold"/>
            </a:endParaRPr>
          </a:p>
        </p:txBody>
      </p:sp>
      <p:sp>
        <p:nvSpPr>
          <p:cNvPr id="161" name="Google Shape;161;p29"/>
          <p:cNvSpPr/>
          <p:nvPr/>
        </p:nvSpPr>
        <p:spPr>
          <a:xfrm>
            <a:off x="2222500" y="4231825"/>
            <a:ext cx="144800" cy="272150"/>
          </a:xfrm>
          <a:custGeom>
            <a:rect b="b" l="l" r="r" t="t"/>
            <a:pathLst>
              <a:path extrusionOk="0" h="10886" w="5792">
                <a:moveTo>
                  <a:pt x="0" y="0"/>
                </a:moveTo>
                <a:cubicBezTo>
                  <a:pt x="3823" y="1274"/>
                  <a:pt x="7063" y="7281"/>
                  <a:pt x="5261" y="10886"/>
                </a:cubicBezTo>
              </a:path>
            </a:pathLst>
          </a:custGeom>
          <a:noFill/>
          <a:ln cap="flat" cmpd="sng" w="28575">
            <a:solidFill>
              <a:schemeClr val="accent6"/>
            </a:solidFill>
            <a:prstDash val="solid"/>
            <a:round/>
            <a:headEnd len="med" w="med" type="none"/>
            <a:tailEnd len="med" w="med" type="none"/>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65" name="Shape 165"/>
        <p:cNvGrpSpPr/>
        <p:nvPr/>
      </p:nvGrpSpPr>
      <p:grpSpPr>
        <a:xfrm>
          <a:off x="0" y="0"/>
          <a:ext cx="0" cy="0"/>
          <a:chOff x="0" y="0"/>
          <a:chExt cx="0" cy="0"/>
        </a:xfrm>
      </p:grpSpPr>
      <p:sp>
        <p:nvSpPr>
          <p:cNvPr id="166" name="Google Shape;166;p30"/>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67" name="Google Shape;167;p30"/>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68" name="Google Shape;168;p30"/>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300">
                <a:solidFill>
                  <a:schemeClr val="lt1"/>
                </a:solidFill>
                <a:latin typeface="Roboto"/>
                <a:ea typeface="Roboto"/>
                <a:cs typeface="Roboto"/>
                <a:sym typeface="Roboto"/>
              </a:rPr>
              <a:t>Trigonometry Ratios</a:t>
            </a:r>
            <a:endParaRPr b="1" sz="3300">
              <a:solidFill>
                <a:schemeClr val="lt1"/>
              </a:solidFill>
              <a:latin typeface="Roboto"/>
              <a:ea typeface="Roboto"/>
              <a:cs typeface="Roboto"/>
              <a:sym typeface="Roboto"/>
            </a:endParaRPr>
          </a:p>
        </p:txBody>
      </p:sp>
      <p:sp>
        <p:nvSpPr>
          <p:cNvPr id="169" name="Google Shape;169;p30"/>
          <p:cNvSpPr txBox="1"/>
          <p:nvPr/>
        </p:nvSpPr>
        <p:spPr>
          <a:xfrm>
            <a:off x="721025" y="1258550"/>
            <a:ext cx="4606800" cy="290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Sine, cosine, and tangent represent ratios of side lengths—so can be used to find them! </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For example if sin(B) = 3/5</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The side lengths of the opposite side and the </a:t>
            </a:r>
            <a:r>
              <a:rPr lang="en" sz="2000">
                <a:solidFill>
                  <a:schemeClr val="dk2"/>
                </a:solidFill>
                <a:latin typeface="Proxima Nova Semibold"/>
                <a:ea typeface="Proxima Nova Semibold"/>
                <a:cs typeface="Proxima Nova Semibold"/>
                <a:sym typeface="Proxima Nova Semibold"/>
              </a:rPr>
              <a:t>hypotenuse</a:t>
            </a:r>
            <a:r>
              <a:rPr lang="en" sz="2000">
                <a:solidFill>
                  <a:schemeClr val="dk2"/>
                </a:solidFill>
                <a:latin typeface="Proxima Nova Semibold"/>
                <a:ea typeface="Proxima Nova Semibold"/>
                <a:cs typeface="Proxima Nova Semibold"/>
                <a:sym typeface="Proxima Nova Semibold"/>
              </a:rPr>
              <a:t> are in a 3/5 ratio (9/15)</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20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1500">
              <a:solidFill>
                <a:schemeClr val="dk2"/>
              </a:solidFill>
              <a:latin typeface="Proxima Nova Semibold"/>
              <a:ea typeface="Proxima Nova Semibold"/>
              <a:cs typeface="Proxima Nova Semibold"/>
              <a:sym typeface="Proxima Nova Semibold"/>
            </a:endParaRPr>
          </a:p>
          <a:p>
            <a:pPr indent="0" lvl="0" marL="0" rtl="0" algn="ctr">
              <a:spcBef>
                <a:spcPts val="0"/>
              </a:spcBef>
              <a:spcAft>
                <a:spcPts val="0"/>
              </a:spcAft>
              <a:buNone/>
            </a:pPr>
            <a:r>
              <a:t/>
            </a:r>
            <a:endParaRPr sz="1700">
              <a:solidFill>
                <a:schemeClr val="dk2"/>
              </a:solidFill>
              <a:latin typeface="Proxima Nova Semibold"/>
              <a:ea typeface="Proxima Nova Semibold"/>
              <a:cs typeface="Proxima Nova Semibold"/>
              <a:sym typeface="Proxima Nova Semibold"/>
            </a:endParaRPr>
          </a:p>
        </p:txBody>
      </p:sp>
      <p:pic>
        <p:nvPicPr>
          <p:cNvPr id="170" name="Google Shape;170;p30"/>
          <p:cNvPicPr preferRelativeResize="0"/>
          <p:nvPr/>
        </p:nvPicPr>
        <p:blipFill rotWithShape="1">
          <a:blip r:embed="rId3">
            <a:alphaModFix/>
          </a:blip>
          <a:srcRect b="5023" l="0" r="0" t="9689"/>
          <a:stretch/>
        </p:blipFill>
        <p:spPr>
          <a:xfrm>
            <a:off x="5327825" y="1666875"/>
            <a:ext cx="2819400" cy="2997575"/>
          </a:xfrm>
          <a:prstGeom prst="rect">
            <a:avLst/>
          </a:prstGeom>
          <a:noFill/>
          <a:ln>
            <a:noFill/>
          </a:ln>
        </p:spPr>
      </p:pic>
      <p:sp>
        <p:nvSpPr>
          <p:cNvPr id="171" name="Google Shape;171;p30"/>
          <p:cNvSpPr/>
          <p:nvPr/>
        </p:nvSpPr>
        <p:spPr>
          <a:xfrm>
            <a:off x="7337988" y="3989975"/>
            <a:ext cx="204475" cy="390425"/>
          </a:xfrm>
          <a:custGeom>
            <a:rect b="b" l="l" r="r" t="t"/>
            <a:pathLst>
              <a:path extrusionOk="0" h="15617" w="8179">
                <a:moveTo>
                  <a:pt x="647" y="15617"/>
                </a:moveTo>
                <a:cubicBezTo>
                  <a:pt x="-1626" y="10303"/>
                  <a:pt x="2623" y="1592"/>
                  <a:pt x="8179" y="0"/>
                </a:cubicBezTo>
              </a:path>
            </a:pathLst>
          </a:custGeom>
          <a:noFill/>
          <a:ln cap="flat" cmpd="sng" w="28575">
            <a:solidFill>
              <a:schemeClr val="accent6"/>
            </a:solidFill>
            <a:prstDash val="solid"/>
            <a:round/>
            <a:headEnd len="med" w="med" type="none"/>
            <a:tailEnd len="med" w="med" type="none"/>
          </a:ln>
        </p:spPr>
      </p:sp>
      <p:sp>
        <p:nvSpPr>
          <p:cNvPr id="172" name="Google Shape;172;p30"/>
          <p:cNvSpPr txBox="1"/>
          <p:nvPr/>
        </p:nvSpPr>
        <p:spPr>
          <a:xfrm>
            <a:off x="6701225" y="2622300"/>
            <a:ext cx="4299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FF"/>
                </a:solidFill>
                <a:latin typeface="Proxima Nova"/>
                <a:ea typeface="Proxima Nova"/>
                <a:cs typeface="Proxima Nova"/>
                <a:sym typeface="Proxima Nova"/>
              </a:rPr>
              <a:t>15</a:t>
            </a:r>
            <a:endParaRPr b="1" sz="1800">
              <a:solidFill>
                <a:srgbClr val="9900FF"/>
              </a:solidFill>
              <a:latin typeface="Proxima Nova"/>
              <a:ea typeface="Proxima Nova"/>
              <a:cs typeface="Proxima Nova"/>
              <a:sym typeface="Proxima Nova"/>
            </a:endParaRPr>
          </a:p>
        </p:txBody>
      </p:sp>
      <p:sp>
        <p:nvSpPr>
          <p:cNvPr id="173" name="Google Shape;173;p30"/>
          <p:cNvSpPr txBox="1"/>
          <p:nvPr/>
        </p:nvSpPr>
        <p:spPr>
          <a:xfrm>
            <a:off x="5160725" y="2962563"/>
            <a:ext cx="3210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FF0000"/>
                </a:solidFill>
                <a:latin typeface="Proxima Nova"/>
                <a:ea typeface="Proxima Nova"/>
                <a:cs typeface="Proxima Nova"/>
                <a:sym typeface="Proxima Nova"/>
              </a:rPr>
              <a:t>9</a:t>
            </a:r>
            <a:endParaRPr b="1" sz="1800">
              <a:solidFill>
                <a:srgbClr val="FF0000"/>
              </a:solidFill>
              <a:latin typeface="Proxima Nova"/>
              <a:ea typeface="Proxima Nova"/>
              <a:cs typeface="Proxima Nova"/>
              <a:sym typeface="Proxima Nova"/>
            </a:endParaRPr>
          </a:p>
        </p:txBody>
      </p:sp>
      <p:sp>
        <p:nvSpPr>
          <p:cNvPr id="174" name="Google Shape;174;p30"/>
          <p:cNvSpPr txBox="1"/>
          <p:nvPr/>
        </p:nvSpPr>
        <p:spPr>
          <a:xfrm rot="-5400000">
            <a:off x="5104150" y="3084250"/>
            <a:ext cx="1022400" cy="2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accent3"/>
                </a:solidFill>
                <a:latin typeface="Proxima Nova"/>
                <a:ea typeface="Proxima Nova"/>
                <a:cs typeface="Proxima Nova"/>
                <a:sym typeface="Proxima Nova"/>
              </a:rPr>
              <a:t>Opposite</a:t>
            </a:r>
            <a:endParaRPr sz="1200">
              <a:solidFill>
                <a:schemeClr val="accent3"/>
              </a:solidFill>
              <a:latin typeface="Proxima Nova Semibold"/>
              <a:ea typeface="Proxima Nova Semibold"/>
              <a:cs typeface="Proxima Nova Semibold"/>
              <a:sym typeface="Proxima Nova Semibold"/>
            </a:endParaRPr>
          </a:p>
        </p:txBody>
      </p:sp>
      <p:sp>
        <p:nvSpPr>
          <p:cNvPr id="175" name="Google Shape;175;p30"/>
          <p:cNvSpPr txBox="1"/>
          <p:nvPr/>
        </p:nvSpPr>
        <p:spPr>
          <a:xfrm>
            <a:off x="6087075" y="4017775"/>
            <a:ext cx="921000" cy="33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accent2"/>
                </a:solidFill>
                <a:latin typeface="Proxima Nova"/>
                <a:ea typeface="Proxima Nova"/>
                <a:cs typeface="Proxima Nova"/>
                <a:sym typeface="Proxima Nova"/>
              </a:rPr>
              <a:t>Adjacent</a:t>
            </a:r>
            <a:endParaRPr sz="1200">
              <a:solidFill>
                <a:schemeClr val="accent2"/>
              </a:solidFill>
              <a:latin typeface="Proxima Nova Semibold"/>
              <a:ea typeface="Proxima Nova Semibold"/>
              <a:cs typeface="Proxima Nova Semibold"/>
              <a:sym typeface="Proxima Nova Semibold"/>
            </a:endParaRPr>
          </a:p>
        </p:txBody>
      </p:sp>
      <p:sp>
        <p:nvSpPr>
          <p:cNvPr id="176" name="Google Shape;176;p30"/>
          <p:cNvSpPr txBox="1"/>
          <p:nvPr/>
        </p:nvSpPr>
        <p:spPr>
          <a:xfrm rot="2701185">
            <a:off x="5931973" y="2998284"/>
            <a:ext cx="1231214" cy="334744"/>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Proxima Nova"/>
                <a:ea typeface="Proxima Nova"/>
                <a:cs typeface="Proxima Nova"/>
                <a:sym typeface="Proxima Nova"/>
              </a:rPr>
              <a:t>Hypotenuse</a:t>
            </a:r>
            <a:endParaRPr sz="1200">
              <a:solidFill>
                <a:srgbClr val="674EA7"/>
              </a:solidFill>
              <a:latin typeface="Proxima Nova Semibold"/>
              <a:ea typeface="Proxima Nova Semibold"/>
              <a:cs typeface="Proxima Nova Semibold"/>
              <a:sym typeface="Proxima Nova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CE3CE"/>
        </a:solidFill>
      </p:bgPr>
    </p:bg>
    <p:spTree>
      <p:nvGrpSpPr>
        <p:cNvPr id="180" name="Shape 180"/>
        <p:cNvGrpSpPr/>
        <p:nvPr/>
      </p:nvGrpSpPr>
      <p:grpSpPr>
        <a:xfrm>
          <a:off x="0" y="0"/>
          <a:ext cx="0" cy="0"/>
          <a:chOff x="0" y="0"/>
          <a:chExt cx="0" cy="0"/>
        </a:xfrm>
      </p:grpSpPr>
      <p:sp>
        <p:nvSpPr>
          <p:cNvPr id="181" name="Google Shape;181;p31"/>
          <p:cNvSpPr txBox="1"/>
          <p:nvPr/>
        </p:nvSpPr>
        <p:spPr>
          <a:xfrm>
            <a:off x="415636" y="302559"/>
            <a:ext cx="8312700" cy="4538400"/>
          </a:xfrm>
          <a:prstGeom prst="rect">
            <a:avLst/>
          </a:prstGeom>
          <a:solidFill>
            <a:schemeClr val="lt1"/>
          </a:solidFill>
          <a:ln cap="flat" cmpd="sng" w="76200">
            <a:solidFill>
              <a:schemeClr val="dk2"/>
            </a:solidFill>
            <a:prstDash val="solid"/>
            <a:round/>
            <a:headEnd len="sm" w="sm" type="none"/>
            <a:tailEnd len="sm" w="sm" type="none"/>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82" name="Google Shape;182;p31"/>
          <p:cNvSpPr txBox="1"/>
          <p:nvPr/>
        </p:nvSpPr>
        <p:spPr>
          <a:xfrm>
            <a:off x="415636" y="286561"/>
            <a:ext cx="8312700" cy="756300"/>
          </a:xfrm>
          <a:prstGeom prst="rect">
            <a:avLst/>
          </a:prstGeom>
          <a:solidFill>
            <a:schemeClr val="dk2"/>
          </a:solidFill>
          <a:ln>
            <a:noFill/>
          </a:ln>
        </p:spPr>
        <p:txBody>
          <a:bodyPr anchorCtr="0" anchor="t" bIns="75575" lIns="75575" spcFirstLastPara="1" rIns="75575" wrap="square" tIns="75575">
            <a:noAutofit/>
          </a:bodyPr>
          <a:lstStyle/>
          <a:p>
            <a:pPr indent="0" lvl="0" marL="0" rtl="0" algn="l">
              <a:spcBef>
                <a:spcPts val="0"/>
              </a:spcBef>
              <a:spcAft>
                <a:spcPts val="0"/>
              </a:spcAft>
              <a:buNone/>
            </a:pPr>
            <a:r>
              <a:t/>
            </a:r>
            <a:endParaRPr sz="1200"/>
          </a:p>
        </p:txBody>
      </p:sp>
      <p:sp>
        <p:nvSpPr>
          <p:cNvPr id="183" name="Google Shape;183;p31"/>
          <p:cNvSpPr txBox="1"/>
          <p:nvPr/>
        </p:nvSpPr>
        <p:spPr>
          <a:xfrm>
            <a:off x="415636" y="297381"/>
            <a:ext cx="8312700" cy="734700"/>
          </a:xfrm>
          <a:prstGeom prst="rect">
            <a:avLst/>
          </a:prstGeom>
          <a:noFill/>
          <a:ln>
            <a:noFill/>
          </a:ln>
        </p:spPr>
        <p:txBody>
          <a:bodyPr anchorCtr="0" anchor="ctr" bIns="75575" lIns="75575" spcFirstLastPara="1" rIns="75575" wrap="square" tIns="75575">
            <a:noAutofit/>
          </a:bodyPr>
          <a:lstStyle/>
          <a:p>
            <a:pPr indent="0" lvl="0" marL="0" rtl="0" algn="ctr">
              <a:spcBef>
                <a:spcPts val="0"/>
              </a:spcBef>
              <a:spcAft>
                <a:spcPts val="0"/>
              </a:spcAft>
              <a:buNone/>
            </a:pPr>
            <a:r>
              <a:rPr b="1" lang="en" sz="3300">
                <a:solidFill>
                  <a:schemeClr val="lt1"/>
                </a:solidFill>
                <a:latin typeface="Roboto"/>
                <a:ea typeface="Roboto"/>
                <a:cs typeface="Roboto"/>
                <a:sym typeface="Roboto"/>
              </a:rPr>
              <a:t>Last Tips</a:t>
            </a:r>
            <a:endParaRPr b="1" sz="3300">
              <a:solidFill>
                <a:schemeClr val="lt1"/>
              </a:solidFill>
              <a:latin typeface="Roboto"/>
              <a:ea typeface="Roboto"/>
              <a:cs typeface="Roboto"/>
              <a:sym typeface="Roboto"/>
            </a:endParaRPr>
          </a:p>
        </p:txBody>
      </p:sp>
      <p:sp>
        <p:nvSpPr>
          <p:cNvPr id="184" name="Google Shape;184;p31"/>
          <p:cNvSpPr txBox="1"/>
          <p:nvPr/>
        </p:nvSpPr>
        <p:spPr>
          <a:xfrm>
            <a:off x="721025" y="3702975"/>
            <a:ext cx="6125700" cy="5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Also, one rule that sometimes comes up: </a:t>
            </a:r>
            <a:endParaRPr sz="1700">
              <a:solidFill>
                <a:schemeClr val="dk2"/>
              </a:solidFill>
              <a:latin typeface="Proxima Nova Semibold"/>
              <a:ea typeface="Proxima Nova Semibold"/>
              <a:cs typeface="Proxima Nova Semibold"/>
              <a:sym typeface="Proxima Nova Semibold"/>
            </a:endParaRPr>
          </a:p>
        </p:txBody>
      </p:sp>
      <p:sp>
        <p:nvSpPr>
          <p:cNvPr id="185" name="Google Shape;185;p31"/>
          <p:cNvSpPr txBox="1"/>
          <p:nvPr/>
        </p:nvSpPr>
        <p:spPr>
          <a:xfrm>
            <a:off x="11212275" y="3028500"/>
            <a:ext cx="1860000" cy="56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9900FF"/>
                </a:solidFill>
                <a:latin typeface="Proxima Nova"/>
                <a:ea typeface="Proxima Nova"/>
                <a:cs typeface="Proxima Nova"/>
                <a:sym typeface="Proxima Nova"/>
              </a:rPr>
              <a:t>15</a:t>
            </a:r>
            <a:endParaRPr b="1" sz="1800">
              <a:solidFill>
                <a:srgbClr val="9900FF"/>
              </a:solidFill>
              <a:latin typeface="Proxima Nova"/>
              <a:ea typeface="Proxima Nova"/>
              <a:cs typeface="Proxima Nova"/>
              <a:sym typeface="Proxima Nova"/>
            </a:endParaRPr>
          </a:p>
        </p:txBody>
      </p:sp>
      <p:sp>
        <p:nvSpPr>
          <p:cNvPr id="186" name="Google Shape;186;p31"/>
          <p:cNvSpPr txBox="1"/>
          <p:nvPr/>
        </p:nvSpPr>
        <p:spPr>
          <a:xfrm>
            <a:off x="11102075" y="3217188"/>
            <a:ext cx="321000" cy="4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FF0000"/>
              </a:solidFill>
              <a:latin typeface="Proxima Nova"/>
              <a:ea typeface="Proxima Nova"/>
              <a:cs typeface="Proxima Nova"/>
              <a:sym typeface="Proxima Nova"/>
            </a:endParaRPr>
          </a:p>
        </p:txBody>
      </p:sp>
      <p:sp>
        <p:nvSpPr>
          <p:cNvPr id="187" name="Google Shape;187;p31"/>
          <p:cNvSpPr txBox="1"/>
          <p:nvPr/>
        </p:nvSpPr>
        <p:spPr>
          <a:xfrm rot="-5400000">
            <a:off x="10841775" y="3399000"/>
            <a:ext cx="1022400" cy="28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1200">
              <a:solidFill>
                <a:schemeClr val="accent3"/>
              </a:solidFill>
              <a:latin typeface="Proxima Nova Semibold"/>
              <a:ea typeface="Proxima Nova Semibold"/>
              <a:cs typeface="Proxima Nova Semibold"/>
              <a:sym typeface="Proxima Nova Semibold"/>
            </a:endParaRPr>
          </a:p>
        </p:txBody>
      </p:sp>
      <p:pic>
        <p:nvPicPr>
          <p:cNvPr id="188" name="Google Shape;188;p31"/>
          <p:cNvPicPr preferRelativeResize="0"/>
          <p:nvPr/>
        </p:nvPicPr>
        <p:blipFill>
          <a:blip r:embed="rId3">
            <a:alphaModFix/>
          </a:blip>
          <a:stretch>
            <a:fillRect/>
          </a:stretch>
        </p:blipFill>
        <p:spPr>
          <a:xfrm>
            <a:off x="721025" y="4129700"/>
            <a:ext cx="2095500" cy="381000"/>
          </a:xfrm>
          <a:prstGeom prst="rect">
            <a:avLst/>
          </a:prstGeom>
          <a:noFill/>
          <a:ln>
            <a:noFill/>
          </a:ln>
        </p:spPr>
      </p:pic>
      <p:sp>
        <p:nvSpPr>
          <p:cNvPr id="189" name="Google Shape;189;p31"/>
          <p:cNvSpPr txBox="1"/>
          <p:nvPr/>
        </p:nvSpPr>
        <p:spPr>
          <a:xfrm>
            <a:off x="721025" y="1232750"/>
            <a:ext cx="7551600" cy="228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Understand what the problem is looking for before you jump in! </a:t>
            </a:r>
            <a:endParaRPr sz="2000">
              <a:solidFill>
                <a:schemeClr val="dk2"/>
              </a:solidFill>
              <a:latin typeface="Proxima Nova Semibold"/>
              <a:ea typeface="Proxima Nova Semibold"/>
              <a:cs typeface="Proxima Nova Semibold"/>
              <a:sym typeface="Proxima Nova Semibold"/>
            </a:endParaRPr>
          </a:p>
          <a:p>
            <a:pPr indent="0" lvl="0" marL="457200" rtl="0" algn="l">
              <a:spcBef>
                <a:spcPts val="0"/>
              </a:spcBef>
              <a:spcAft>
                <a:spcPts val="0"/>
              </a:spcAft>
              <a:buClr>
                <a:schemeClr val="dk2"/>
              </a:buClr>
              <a:buSzPts val="1100"/>
              <a:buFont typeface="Arial"/>
              <a:buNone/>
            </a:pPr>
            <a:r>
              <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If you’re not provided with a diagram, it can help to draw one and fill in all the information you’re given. </a:t>
            </a:r>
            <a:br>
              <a:rPr lang="en" sz="2000">
                <a:solidFill>
                  <a:schemeClr val="dk2"/>
                </a:solidFill>
                <a:latin typeface="Proxima Nova Semibold"/>
                <a:ea typeface="Proxima Nova Semibold"/>
                <a:cs typeface="Proxima Nova Semibold"/>
                <a:sym typeface="Proxima Nova Semibold"/>
              </a:rPr>
            </a:b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Similar Triangles       vs.       Congruent Triangles</a:t>
            </a:r>
            <a:endParaRPr sz="2000">
              <a:solidFill>
                <a:schemeClr val="dk2"/>
              </a:solidFill>
              <a:latin typeface="Proxima Nova Semibold"/>
              <a:ea typeface="Proxima Nova Semibold"/>
              <a:cs typeface="Proxima Nova Semibold"/>
              <a:sym typeface="Proxima Nova Semibold"/>
            </a:endParaRPr>
          </a:p>
          <a:p>
            <a:pPr indent="0" lvl="0" marL="0" rtl="0" algn="l">
              <a:spcBef>
                <a:spcPts val="0"/>
              </a:spcBef>
              <a:spcAft>
                <a:spcPts val="0"/>
              </a:spcAft>
              <a:buNone/>
            </a:pPr>
            <a:r>
              <a:rPr lang="en" sz="2000">
                <a:solidFill>
                  <a:schemeClr val="dk2"/>
                </a:solidFill>
                <a:latin typeface="Proxima Nova Semibold"/>
                <a:ea typeface="Proxima Nova Semibold"/>
                <a:cs typeface="Proxima Nova Semibold"/>
                <a:sym typeface="Proxima Nova Semibold"/>
              </a:rPr>
              <a:t>(angles are equal)                </a:t>
            </a:r>
            <a:r>
              <a:rPr lang="en" sz="2000">
                <a:solidFill>
                  <a:schemeClr val="dk2"/>
                </a:solidFill>
                <a:latin typeface="Proxima Nova Semibold"/>
                <a:ea typeface="Proxima Nova Semibold"/>
                <a:cs typeface="Proxima Nova Semibold"/>
                <a:sym typeface="Proxima Nova Semibold"/>
              </a:rPr>
              <a:t>(angles and sides are equal) </a:t>
            </a:r>
            <a:endParaRPr sz="2000">
              <a:solidFill>
                <a:schemeClr val="dk2"/>
              </a:solidFill>
              <a:latin typeface="Proxima Nova Semibold"/>
              <a:ea typeface="Proxima Nova Semibold"/>
              <a:cs typeface="Proxima Nova Semibold"/>
              <a:sym typeface="Proxima Nova Semi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choolhouse Theme">
  <a:themeElements>
    <a:clrScheme name="Material">
      <a:dk1>
        <a:srgbClr val="2A84EE"/>
      </a:dk1>
      <a:lt1>
        <a:srgbClr val="FFFFFF"/>
      </a:lt1>
      <a:dk2>
        <a:srgbClr val="000000"/>
      </a:dk2>
      <a:lt2>
        <a:srgbClr val="434343"/>
      </a:lt2>
      <a:accent1>
        <a:srgbClr val="0258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