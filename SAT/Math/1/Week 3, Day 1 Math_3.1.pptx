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Override PartName="/ppt/notesSlides/notesSlide41.xml" ContentType="application/vnd.openxmlformats-officedocument.presentationml.notesSlide+xml"/>
  <Override PartName="/ppt/slides/slide41.xml" ContentType="application/vnd.openxmlformats-officedocument.presentationml.slide+xml"/>
  <Override PartName="/ppt/notesSlides/notesSlide42.xml" ContentType="application/vnd.openxmlformats-officedocument.presentationml.notes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93" r:id="rId59"/>
    <p:sldId id="294" r:id="rId60"/>
    <p:sldId id="295" r:id="rId61"/>
    <p:sldId id="296" r:id="rId62"/>
    <p:sldId id="297" r:id="rId63"/>
    <p:sldId id="269" r:id="rId20"/>
    <p:sldId id="270" r:id="rId21"/>
    <p:sldId id="271" r:id="rId22"/>
    <p:sldId id="272" r:id="rId23"/>
    <p:sldId id="273" r:id="rId24"/>
    <p:sldId id="298" r:id="rId64"/>
    <p:sldId id="299" r:id="rId6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Proxima Nova"/>
      <p:regular r:id="rId44"/>
      <p:bold r:id="rId45"/>
      <p:italic r:id="rId46"/>
      <p:boldItalic r:id="rId47"/>
    </p:embeddedFont>
    <p:embeddedFont>
      <p:font typeface="Roboto"/>
      <p:regular r:id="rId48"/>
      <p:bold r:id="rId49"/>
      <p:italic r:id="rId50"/>
      <p:boldItalic r:id="rId51"/>
    </p:embeddedFont>
    <p:embeddedFont>
      <p:font typeface="Proxima Nova Semibold"/>
      <p:regular r:id="rId52"/>
      <p:bold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ns3:sldGuideLst>
        <ns3:guide id="1" orient="horz" pos="1620">
          <ns3:clr>
            <a:srgbClr val="747775"/>
          </ns3:clr>
        </ns3:guide>
        <ns3:guide id="2" pos="2880">
          <ns3:clr>
            <a:srgbClr val="747775"/>
          </ns3:clr>
        </ns3:guide>
      </ns3: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ns0:Relationships xmlns:ns0="http://schemas.openxmlformats.org/package/2006/relationships"><ns0:Relationship Id="rId40" Type="http://schemas.openxmlformats.org/officeDocument/2006/relationships/slide" Target="slides/slide34.xml" /><ns0:Relationship Id="rId42" Type="http://schemas.openxmlformats.org/officeDocument/2006/relationships/slide" Target="slides/slide36.xml" /><ns0:Relationship Id="rId41" Type="http://schemas.openxmlformats.org/officeDocument/2006/relationships/slide" Target="slides/slide35.xml" /><ns0:Relationship Id="rId44" Type="http://schemas.openxmlformats.org/officeDocument/2006/relationships/font" Target="fonts/ProximaNova-regular.fntdata" /><ns0:Relationship Id="rId43" Type="http://schemas.openxmlformats.org/officeDocument/2006/relationships/slide" Target="slides/slide37.xml" /><ns0:Relationship Id="rId46" Type="http://schemas.openxmlformats.org/officeDocument/2006/relationships/font" Target="fonts/ProximaNova-italic.fntdata" /><ns0:Relationship Id="rId45" Type="http://schemas.openxmlformats.org/officeDocument/2006/relationships/font" Target="fonts/ProximaNova-bold.fntdata" /><ns0:Relationship Id="rId1" Type="http://schemas.openxmlformats.org/officeDocument/2006/relationships/theme" Target="theme/theme1.xml" /><ns0:Relationship Id="rId2" Type="http://schemas.openxmlformats.org/officeDocument/2006/relationships/viewProps" Target="viewProps.xml" /><ns0:Relationship Id="rId3" Type="http://schemas.openxmlformats.org/officeDocument/2006/relationships/presProps" Target="presProps.xml" /><ns0:Relationship Id="rId4" Type="http://schemas.openxmlformats.org/officeDocument/2006/relationships/slideMaster" Target="slideMasters/slideMaster1.xml" /><ns0:Relationship Id="rId9" Type="http://schemas.openxmlformats.org/officeDocument/2006/relationships/slide" Target="slides/slide3.xml" /><ns0:Relationship Id="rId48" Type="http://schemas.openxmlformats.org/officeDocument/2006/relationships/font" Target="fonts/Roboto-regular.fntdata" /><ns0:Relationship Id="rId47" Type="http://schemas.openxmlformats.org/officeDocument/2006/relationships/font" Target="fonts/ProximaNova-boldItalic.fntdata" /><ns0:Relationship Id="rId49" Type="http://schemas.openxmlformats.org/officeDocument/2006/relationships/font" Target="fonts/Roboto-bold.fntdata" /><ns0:Relationship Id="rId5" Type="http://schemas.openxmlformats.org/officeDocument/2006/relationships/slideMaster" Target="slideMasters/slideMaster2.xml" /><ns0:Relationship Id="rId6" Type="http://schemas.openxmlformats.org/officeDocument/2006/relationships/notesMaster" Target="notesMasters/notesMaster1.xml" /><ns0:Relationship Id="rId7" Type="http://schemas.openxmlformats.org/officeDocument/2006/relationships/slide" Target="slides/slide1.xml" /><ns0:Relationship Id="rId8" Type="http://schemas.openxmlformats.org/officeDocument/2006/relationships/slide" Target="slides/slide2.xml" /><ns0:Relationship Id="rId31" Type="http://schemas.openxmlformats.org/officeDocument/2006/relationships/slide" Target="slides/slide25.xml" /><ns0:Relationship Id="rId30" Type="http://schemas.openxmlformats.org/officeDocument/2006/relationships/slide" Target="slides/slide24.xml" /><ns0:Relationship Id="rId33" Type="http://schemas.openxmlformats.org/officeDocument/2006/relationships/slide" Target="slides/slide27.xml" /><ns0:Relationship Id="rId32" Type="http://schemas.openxmlformats.org/officeDocument/2006/relationships/slide" Target="slides/slide26.xml" /><ns0:Relationship Id="rId35" Type="http://schemas.openxmlformats.org/officeDocument/2006/relationships/slide" Target="slides/slide29.xml" /><ns0:Relationship Id="rId34" Type="http://schemas.openxmlformats.org/officeDocument/2006/relationships/slide" Target="slides/slide28.xml" /><ns0:Relationship Id="rId37" Type="http://schemas.openxmlformats.org/officeDocument/2006/relationships/slide" Target="slides/slide31.xml" /><ns0:Relationship Id="rId36" Type="http://schemas.openxmlformats.org/officeDocument/2006/relationships/slide" Target="slides/slide30.xml" /><ns0:Relationship Id="rId39" Type="http://schemas.openxmlformats.org/officeDocument/2006/relationships/slide" Target="slides/slide33.xml" /><ns0:Relationship Id="rId38" Type="http://schemas.openxmlformats.org/officeDocument/2006/relationships/slide" Target="slides/slide32.xml" /><ns0:Relationship Id="rId20" Type="http://schemas.openxmlformats.org/officeDocument/2006/relationships/slide" Target="slides/slide14.xml" /><ns0:Relationship Id="rId22" Type="http://schemas.openxmlformats.org/officeDocument/2006/relationships/slide" Target="slides/slide16.xml" /><ns0:Relationship Id="rId21" Type="http://schemas.openxmlformats.org/officeDocument/2006/relationships/slide" Target="slides/slide15.xml" /><ns0:Relationship Id="rId24" Type="http://schemas.openxmlformats.org/officeDocument/2006/relationships/slide" Target="slides/slide18.xml" /><ns0:Relationship Id="rId23" Type="http://schemas.openxmlformats.org/officeDocument/2006/relationships/slide" Target="slides/slide17.xml" /><ns0:Relationship Id="rId26" Type="http://schemas.openxmlformats.org/officeDocument/2006/relationships/slide" Target="slides/slide20.xml" /><ns0:Relationship Id="rId25" Type="http://schemas.openxmlformats.org/officeDocument/2006/relationships/slide" Target="slides/slide19.xml" /><ns0:Relationship Id="rId28" Type="http://schemas.openxmlformats.org/officeDocument/2006/relationships/slide" Target="slides/slide22.xml" /><ns0:Relationship Id="rId27" Type="http://schemas.openxmlformats.org/officeDocument/2006/relationships/slide" Target="slides/slide21.xml" /><ns0:Relationship Id="rId29" Type="http://schemas.openxmlformats.org/officeDocument/2006/relationships/slide" Target="slides/slide23.xml" /><ns0:Relationship Id="rId51" Type="http://schemas.openxmlformats.org/officeDocument/2006/relationships/font" Target="fonts/Roboto-boldItalic.fntdata" /><ns0:Relationship Id="rId50" Type="http://schemas.openxmlformats.org/officeDocument/2006/relationships/font" Target="fonts/Roboto-italic.fntdata" /><ns0:Relationship Id="rId53" Type="http://schemas.openxmlformats.org/officeDocument/2006/relationships/font" Target="fonts/ProximaNovaSemibold-bold.fntdata" /><ns0:Relationship Id="rId52" Type="http://schemas.openxmlformats.org/officeDocument/2006/relationships/font" Target="fonts/ProximaNovaSemibold-regular.fntdata" /><ns0:Relationship Id="rId11" Type="http://schemas.openxmlformats.org/officeDocument/2006/relationships/slide" Target="slides/slide5.xml" /><ns0:Relationship Id="rId55" Type="http://schemas.openxmlformats.org/officeDocument/2006/relationships/font" Target="fonts/OpenSans-regular.fntdata" /><ns0:Relationship Id="rId10" Type="http://schemas.openxmlformats.org/officeDocument/2006/relationships/slide" Target="slides/slide4.xml" /><ns0:Relationship Id="rId54" Type="http://schemas.openxmlformats.org/officeDocument/2006/relationships/font" Target="fonts/ProximaNovaSemibold-boldItalic.fntdata" /><ns0:Relationship Id="rId13" Type="http://schemas.openxmlformats.org/officeDocument/2006/relationships/slide" Target="slides/slide7.xml" /><ns0:Relationship Id="rId57" Type="http://schemas.openxmlformats.org/officeDocument/2006/relationships/font" Target="fonts/OpenSans-italic.fntdata" /><ns0:Relationship Id="rId12" Type="http://schemas.openxmlformats.org/officeDocument/2006/relationships/slide" Target="slides/slide6.xml" /><ns0:Relationship Id="rId56" Type="http://schemas.openxmlformats.org/officeDocument/2006/relationships/font" Target="fonts/OpenSans-bold.fntdata" /><ns0:Relationship Id="rId15" Type="http://schemas.openxmlformats.org/officeDocument/2006/relationships/slide" Target="slides/slide9.xml" /><ns0:Relationship Id="rId14" Type="http://schemas.openxmlformats.org/officeDocument/2006/relationships/slide" Target="slides/slide8.xml" /><ns0:Relationship Id="rId58" Type="http://schemas.openxmlformats.org/officeDocument/2006/relationships/font" Target="fonts/OpenSans-boldItalic.fntdata" /><ns0:Relationship Id="rId17" Type="http://schemas.openxmlformats.org/officeDocument/2006/relationships/slide" Target="slides/slide11.xml" /><ns0:Relationship Id="rId16" Type="http://schemas.openxmlformats.org/officeDocument/2006/relationships/slide" Target="slides/slide10.xml" /><ns0:Relationship Id="rId19" Type="http://schemas.openxmlformats.org/officeDocument/2006/relationships/slide" Target="slides/slide13.xml" /><ns0:Relationship Id="rId18" Type="http://schemas.openxmlformats.org/officeDocument/2006/relationships/slide" Target="slides/slide12.xml" /><ns0:Relationship Id="rId59" Type="http://schemas.openxmlformats.org/officeDocument/2006/relationships/slide" Target="slides/slide38.xml" /><ns0:Relationship Id="rId60" Type="http://schemas.openxmlformats.org/officeDocument/2006/relationships/slide" Target="slides/slide39.xml" /><ns0:Relationship Id="rId61" Type="http://schemas.openxmlformats.org/officeDocument/2006/relationships/slide" Target="slides/slide40.xml" /><ns0:Relationship Id="rId62" Type="http://schemas.openxmlformats.org/officeDocument/2006/relationships/slide" Target="slides/slide41.xml" /><ns0:Relationship Id="rId63" Type="http://schemas.openxmlformats.org/officeDocument/2006/relationships/slide" Target="slides/slide42.xml" /><ns0:Relationship Id="rId64" Type="http://schemas.openxmlformats.org/officeDocument/2006/relationships/slide" Target="slides/slide43.xml" /><ns0:Relationship Id="rId65" Type="http://schemas.openxmlformats.org/officeDocument/2006/relationships/slide" Target="slides/slide44.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29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hoolhouse.world/games/play-sa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esmos.com/testing/cb-digital-sat/graphin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desmos.com/testing/cb-digital-sat/graphing"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targeted-group-practice-guidance-42"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practice-test-guidance-47"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practice-test-guidance-47"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Practice-Test-Guidance_suPI2#_luMtU"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schoolhouse3/sat-bootcamp-tutor-curriculum-3-0/practice-test-guidance-47"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Review-Practice-Test-Guidance_su0Wa#_luH08"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Review-Practice-Test-Guidance_su0Wa#_luH08"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Review-Practice-Test-Guidance_su0Wa#_luH08"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hoolhouse.world/dashboard/live-help"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hoolhouse.world/dashboard/live-help?tab=get-help"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SAT-Bootcamp-Learner-Handbook_diwxiqM83hE/Welcome-to-Schoolhouse-SAT-Bootcamps_su0SH#_lum8c"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[This slide is intended to be up in the first few minutes BEFORE your session officially starts as you wait for everyone to trickle in and arrive]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As the tutor, you should type your own answer in the chat and then verbally engage with learners as they arrive (ask them why, ask them to describe more)– use this entry to set the tone as a welcoming learning community!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i="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i="1">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[Use this question to foster a learning community and build relationships with the learners in your cohort]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298450" lvl="0" marL="457200" rtl="0" algn="l">
              <a:lnSpc>
                <a:spcPct val="100000"/>
              </a:lnSpc>
              <a:spcBef>
                <a:spcPts val="0"/>
              </a:spcBef>
              <a:spcAft>
                <a:spcPts val="0"/>
              </a:spcAft>
              <a:buClr>
                <a:schemeClr val="dk1"/>
              </a:buClr>
              <a:buSzPts val="1100"/>
              <a:buChar char="●"/>
            </a:pPr>
            <a:r>
              <a:rPr b="1" lang="en">
                <a:solidFill>
                  <a:schemeClr val="dk1"/>
                </a:solidFill>
              </a:rPr>
              <a:t>Encourage learners to come off mute to share– </a:t>
            </a:r>
            <a:r>
              <a:rPr i="1" lang="en">
                <a:solidFill>
                  <a:schemeClr val="dk1"/>
                </a:solidFill>
              </a:rPr>
              <a:t>ex answers: “I missed the last session, so really want to get to 100% of the remaining sessions.” or “I haven’t been getting enough sleep and I know that will help me feel better about taking the test.” </a:t>
            </a:r>
            <a:endParaRPr i="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endParaRPr>
          </a:p>
          <a:p>
            <a:pPr indent="-298450" lvl="0" marL="457200" rtl="0" algn="l">
              <a:lnSpc>
                <a:spcPct val="100000"/>
              </a:lnSpc>
              <a:spcBef>
                <a:spcPts val="0"/>
              </a:spcBef>
              <a:spcAft>
                <a:spcPts val="0"/>
              </a:spcAft>
              <a:buClr>
                <a:schemeClr val="dk1"/>
              </a:buClr>
              <a:buSzPts val="1100"/>
              <a:buFont typeface="Proxima Nova"/>
              <a:buChar char="●"/>
            </a:pPr>
            <a:r>
              <a:rPr b="1" lang="en">
                <a:solidFill>
                  <a:schemeClr val="dk1"/>
                </a:solidFill>
              </a:rPr>
              <a:t>Build relationships</a:t>
            </a:r>
            <a:r>
              <a:rPr lang="en">
                <a:solidFill>
                  <a:schemeClr val="dk1"/>
                </a:solidFill>
              </a:rPr>
              <a:t>: Don’t be afraid to linger on this section a little bit and ask follow-up questions. This is how we create a learning community!</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endParaRPr>
          </a:p>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Share this link with learners: </a:t>
            </a:r>
            <a:r>
              <a:rPr b="1" lang="en" u="sng">
                <a:solidFill>
                  <a:schemeClr val="hlink"/>
                </a:solidFill>
                <a:hlinkClick r:id="rId2"/>
              </a:rPr>
              <a:t>https://schoolhouse.world/games/play-sat</a:t>
            </a:r>
            <a:endParaRPr b="1"/>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a:t>Provide learners with an overview of the plan for the day. </a:t>
            </a: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Put link to Desmos in the chat for learners: </a:t>
            </a:r>
            <a:r>
              <a:rPr lang="en" u="sng">
                <a:solidFill>
                  <a:schemeClr val="hlink"/>
                </a:solidFill>
                <a:hlinkClick r:id="rId2"/>
              </a:rPr>
              <a:t>https://www.desmos.com/testing/cb-digital-sat/graphing</a:t>
            </a:r>
            <a:r>
              <a:rPr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Ask learners to take two minutes to give the problem a try. </a:t>
            </a:r>
            <a:endParaRPr b="1">
              <a:solidFill>
                <a:schemeClr val="dk1"/>
              </a:solidFill>
            </a:endParaRPr>
          </a:p>
          <a:p>
            <a:pPr indent="0" lvl="0" marL="0" rtl="0" algn="l">
              <a:lnSpc>
                <a:spcPct val="115000"/>
              </a:lnSpc>
              <a:spcBef>
                <a:spcPts val="1800"/>
              </a:spcBef>
              <a:spcAft>
                <a:spcPts val="1800"/>
              </a:spcAft>
              <a:buClr>
                <a:schemeClr val="dk1"/>
              </a:buClr>
              <a:buSzPts val="1100"/>
              <a:buFont typeface="Arial"/>
              <a:buNone/>
            </a:pPr>
            <a:r>
              <a:rPr b="1" lang="en">
                <a:solidFill>
                  <a:schemeClr val="dk1"/>
                </a:solidFill>
              </a:rPr>
              <a:t>Tutor should ask if a learner can demonstrate how they used Desmos to approach the problem. If learners are unsure, tutor can demonstrate using the steps on next slide.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If learners were unsure how to use Desmos to solve, tutor should go to this link and demonstrate how to use Desmos to find the answer:</a:t>
            </a:r>
            <a:r>
              <a:rPr lang="en">
                <a:solidFill>
                  <a:schemeClr val="dk1"/>
                </a:solidFill>
              </a:rPr>
              <a:t>  </a:t>
            </a:r>
            <a:r>
              <a:rPr lang="en" u="sng">
                <a:solidFill>
                  <a:schemeClr val="hlink"/>
                </a:solidFill>
                <a:hlinkClick r:id="rId2"/>
              </a:rPr>
              <a:t>https://www.desmos.com/testing/cb-digital-sat/graphing</a:t>
            </a:r>
            <a:endParaRPr b="1">
              <a:solidFill>
                <a:schemeClr val="dk1"/>
              </a:solidFill>
            </a:endParaRPr>
          </a:p>
          <a:p>
            <a:pPr indent="0" lvl="0" marL="0" rtl="0" algn="l">
              <a:lnSpc>
                <a:spcPct val="115000"/>
              </a:lnSpc>
              <a:spcBef>
                <a:spcPts val="1800"/>
              </a:spcBef>
              <a:spcAft>
                <a:spcPts val="1800"/>
              </a:spcAft>
              <a:buSzPts val="1100"/>
              <a:buNone/>
            </a:pPr>
            <a:r>
              <a:rPr lang="en">
                <a:solidFill>
                  <a:schemeClr val="dk1"/>
                </a:solidFill>
              </a:rPr>
              <a:t>The answer is the value of the x-coordinate, x=57</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f64edab5b_0_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f64edab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ae9edada7d_0_3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ae9edada7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1800"/>
              </a:spcAft>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ac04aa301f_0_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ac04aa30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6443d7c83d_0_618: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6443d7c83d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1800"/>
              </a:spcAft>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3: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Follow “Practice Test Guidance” </a:t>
            </a:r>
            <a:r>
              <a:rPr b="1" lang="en" u="sng">
                <a:solidFill>
                  <a:schemeClr val="hlink"/>
                </a:solidFill>
                <a:hlinkClick r:id="rId2"/>
              </a:rPr>
              <a:t>here</a:t>
            </a:r>
            <a:r>
              <a:rPr b="1" lang="en">
                <a:solidFill>
                  <a:schemeClr val="dk1"/>
                </a:solidFill>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Follow “Practice Test Guidance” </a:t>
            </a:r>
            <a:r>
              <a:rPr b="1" lang="en" u="sng">
                <a:solidFill>
                  <a:schemeClr val="hlink"/>
                </a:solidFill>
                <a:hlinkClick r:id="rId2"/>
              </a:rPr>
              <a:t>here</a:t>
            </a:r>
            <a:r>
              <a:rPr b="1" lang="en">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solidFill>
                  <a:schemeClr val="accent2"/>
                </a:solidFill>
              </a:rPr>
              <a:t>Today’s Practice Test is Geometry &amp; Trigonometry Practice Test</a:t>
            </a:r>
            <a:endParaRPr b="1">
              <a:solidFill>
                <a:schemeClr val="accent2"/>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5: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Follow “Practice Test Guidance” </a:t>
            </a:r>
            <a:r>
              <a:rPr b="1" lang="en" u="sng">
                <a:solidFill>
                  <a:schemeClr val="hlink"/>
                </a:solidFill>
                <a:hlinkClick r:id="rId2"/>
              </a:rPr>
              <a:t>here</a:t>
            </a:r>
            <a:r>
              <a:rPr b="1" lang="en">
                <a:solidFill>
                  <a:schemeClr val="dk1"/>
                </a:solidFill>
              </a:rPr>
              <a: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rPr>
              <a:t>Click on “TIMER” text on slide for link to timer. </a:t>
            </a:r>
            <a:endParaRPr b="1">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rPr>
              <a:t>Follow “Practice Test Guidance” </a:t>
            </a:r>
            <a:r>
              <a:rPr b="1" lang="en" u="sng">
                <a:solidFill>
                  <a:schemeClr val="hlink"/>
                </a:solidFill>
                <a:hlinkClick r:id="rId2"/>
              </a:rPr>
              <a:t>here</a:t>
            </a:r>
            <a:r>
              <a:rPr b="1" lang="en">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“Review Practice Test Guidance” </a:t>
            </a:r>
            <a:r>
              <a:rPr b="1" lang="en" u="sng">
                <a:solidFill>
                  <a:schemeClr val="hlink"/>
                </a:solidFill>
                <a:hlinkClick r:id="rId2"/>
              </a:rPr>
              <a:t>here</a:t>
            </a:r>
            <a:r>
              <a:rPr b="1" lang="en">
                <a:solidFill>
                  <a:schemeClr val="dk1"/>
                </a:solidFill>
              </a:rPr>
              <a:t>.</a:t>
            </a:r>
            <a:endParaRPr b="1">
              <a:solidFill>
                <a:schemeClr val="dk1"/>
              </a:solidFill>
            </a:endParaRPr>
          </a:p>
          <a:p>
            <a:pPr indent="0" lvl="0" marL="0" rtl="0" algn="l">
              <a:lnSpc>
                <a:spcPct val="100000"/>
              </a:lnSpc>
              <a:spcBef>
                <a:spcPts val="180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8: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“Review Practice Test Guidance” </a:t>
            </a:r>
            <a:r>
              <a:rPr b="1" lang="en" u="sng">
                <a:solidFill>
                  <a:schemeClr val="hlink"/>
                </a:solidFill>
                <a:hlinkClick r:id="rId2"/>
              </a:rPr>
              <a:t>here</a:t>
            </a:r>
            <a:r>
              <a:rPr b="1" lang="en">
                <a:solidFill>
                  <a:schemeClr val="dk1"/>
                </a:solidFill>
              </a:rPr>
              <a:t>.</a:t>
            </a:r>
            <a:endParaRPr b="1">
              <a:solidFill>
                <a:schemeClr val="dk1"/>
              </a:solidFill>
            </a:endParaRPr>
          </a:p>
          <a:p>
            <a:pPr indent="0" lvl="0" marL="0" rtl="0" algn="l">
              <a:lnSpc>
                <a:spcPct val="115000"/>
              </a:lnSpc>
              <a:spcBef>
                <a:spcPts val="1800"/>
              </a:spcBef>
              <a:spcAft>
                <a:spcPts val="0"/>
              </a:spcAft>
              <a:buSzPts val="1100"/>
              <a:buNone/>
            </a:pPr>
            <a:r>
              <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1100"/>
              <a:buNone/>
            </a:pPr>
            <a:r>
              <a:rPr b="1" lang="en">
                <a:solidFill>
                  <a:schemeClr val="dk1"/>
                </a:solidFill>
              </a:rPr>
              <a:t>Follow “Review Practice Test Guidance” </a:t>
            </a:r>
            <a:r>
              <a:rPr b="1" lang="en" u="sng">
                <a:solidFill>
                  <a:schemeClr val="hlink"/>
                </a:solidFill>
                <a:hlinkClick r:id="rId2"/>
              </a:rPr>
              <a:t>here</a:t>
            </a:r>
            <a:r>
              <a:rPr b="1" lang="en">
                <a:solidFill>
                  <a:schemeClr val="dk1"/>
                </a:solidFill>
              </a:rPr>
              <a:t>.</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rgbClr val="2A84EE"/>
                </a:solidFill>
              </a:rPr>
              <a:t>[Tutor should share screen</a:t>
            </a:r>
            <a:r>
              <a:rPr b="1" i="1" lang="en">
                <a:solidFill>
                  <a:srgbClr val="2A84EE"/>
                </a:solidFill>
              </a:rPr>
              <a:t> </a:t>
            </a:r>
            <a:r>
              <a:rPr lang="en">
                <a:solidFill>
                  <a:srgbClr val="2A84EE"/>
                </a:solidFill>
              </a:rPr>
              <a:t>to show problems and then ask learners to use Zoom annotate to walk through their thinking.]</a:t>
            </a:r>
            <a:endParaRPr>
              <a:solidFill>
                <a:srgbClr val="2A84EE"/>
              </a:solidFill>
            </a:endParaRPr>
          </a:p>
          <a:p>
            <a:pPr indent="0" lvl="0" marL="0" rtl="0" algn="l">
              <a:lnSpc>
                <a:spcPct val="115000"/>
              </a:lnSpc>
              <a:spcBef>
                <a:spcPts val="1800"/>
              </a:spcBef>
              <a:spcAft>
                <a:spcPts val="0"/>
              </a:spcAft>
              <a:buSzPts val="1100"/>
              <a:buNone/>
            </a:pPr>
            <a:r>
              <a:t/>
            </a:r>
            <a:endParaRPr b="1" i="1">
              <a:solidFill>
                <a:srgbClr val="2A84EE"/>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SzPts val="1100"/>
              <a:buNone/>
            </a:pPr>
            <a:r>
              <a:t/>
            </a:r>
            <a:endParaRPr>
              <a:solidFill>
                <a:schemeClr val="dk1"/>
              </a:solidFill>
              <a:highlight>
                <a:schemeClr val="accent4"/>
              </a:highlight>
            </a:endParaRPr>
          </a:p>
          <a:p>
            <a:pPr indent="0" lvl="0" marL="1371600" rtl="0" algn="l">
              <a:lnSpc>
                <a:spcPct val="115000"/>
              </a:lnSpc>
              <a:spcBef>
                <a:spcPts val="1800"/>
              </a:spcBef>
              <a:spcAft>
                <a:spcPts val="0"/>
              </a:spcAft>
              <a:buSzPts val="1100"/>
              <a:buNone/>
            </a:pPr>
            <a:r>
              <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[Share the link to the Homework Help tab with your learners in the chat]: </a:t>
            </a:r>
            <a:r>
              <a:rPr b="1" lang="en" u="sng">
                <a:solidFill>
                  <a:schemeClr val="hlink"/>
                </a:solidFill>
                <a:hlinkClick r:id="rId2"/>
              </a:rPr>
              <a:t>https://schoolhouse.world/dashboard/live-help</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SzPts val="1100"/>
              <a:buNone/>
            </a:pPr>
            <a:r>
              <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[Emphasize that you would like learners to have </a:t>
            </a:r>
            <a:r>
              <a:rPr b="1" lang="en"/>
              <a:t>cameras on</a:t>
            </a:r>
            <a:r>
              <a:rPr lang="en"/>
              <a:t> as you head into introductions to help create a warm learning community]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2: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
                <a:solidFill>
                  <a:schemeClr val="dk1"/>
                </a:solidFill>
              </a:rPr>
              <a:t>Talk through the bullets on this slide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Link: </a:t>
            </a:r>
            <a:r>
              <a:rPr lang="en" u="sng">
                <a:solidFill>
                  <a:schemeClr val="hlink"/>
                </a:solidFill>
                <a:hlinkClick r:id="rId2"/>
              </a:rPr>
              <a:t>https://schoolhouse.world/dashboard/live-help?tab=get-help</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3: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800"/>
              </a:spcBef>
              <a:spcAft>
                <a:spcPts val="0"/>
              </a:spcAft>
              <a:buClr>
                <a:schemeClr val="dk1"/>
              </a:buClr>
              <a:buSzPts val="1100"/>
              <a:buAutoNum type="arabicPeriod"/>
            </a:pPr>
            <a:r>
              <a:rPr b="1" lang="en">
                <a:solidFill>
                  <a:schemeClr val="dk1"/>
                </a:solidFill>
              </a:rPr>
              <a:t>I want to show you this cool feature that can help you plan your independent study practice for this week!</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From your Series page: </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b="1" lang="en">
                <a:solidFill>
                  <a:schemeClr val="dk1"/>
                </a:solidFill>
              </a:rPr>
              <a:t> Click on ‘Assessments.’ </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b="1" lang="en">
                <a:solidFill>
                  <a:schemeClr val="dk1"/>
                </a:solidFill>
              </a:rPr>
              <a:t>Then, click on ‘Focus Skills’ in the tab on the top.</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b="1" lang="en">
                <a:solidFill>
                  <a:schemeClr val="dk1"/>
                </a:solidFill>
              </a:rPr>
              <a:t>Then, select the Domain focus for the week. </a:t>
            </a:r>
            <a:endParaRPr b="1">
              <a:solidFill>
                <a:schemeClr val="dk1"/>
              </a:solidFill>
            </a:endParaRPr>
          </a:p>
          <a:p>
            <a:pPr indent="-298450" lvl="2" marL="1371600" rtl="0" algn="l">
              <a:lnSpc>
                <a:spcPct val="115000"/>
              </a:lnSpc>
              <a:spcBef>
                <a:spcPts val="0"/>
              </a:spcBef>
              <a:spcAft>
                <a:spcPts val="0"/>
              </a:spcAft>
              <a:buClr>
                <a:schemeClr val="dk1"/>
              </a:buClr>
              <a:buSzPts val="1100"/>
              <a:buAutoNum type="romanLcPeriod"/>
            </a:pPr>
            <a:r>
              <a:rPr lang="en">
                <a:solidFill>
                  <a:schemeClr val="dk1"/>
                </a:solidFill>
              </a:rPr>
              <a:t>Week 1: Algebra</a:t>
            </a:r>
            <a:endParaRPr>
              <a:solidFill>
                <a:schemeClr val="dk1"/>
              </a:solidFill>
            </a:endParaRPr>
          </a:p>
          <a:p>
            <a:pPr indent="-298450" lvl="2" marL="1371600" rtl="0" algn="l">
              <a:lnSpc>
                <a:spcPct val="115000"/>
              </a:lnSpc>
              <a:spcBef>
                <a:spcPts val="0"/>
              </a:spcBef>
              <a:spcAft>
                <a:spcPts val="0"/>
              </a:spcAft>
              <a:buClr>
                <a:schemeClr val="dk1"/>
              </a:buClr>
              <a:buSzPts val="1100"/>
              <a:buAutoNum type="romanLcPeriod"/>
            </a:pPr>
            <a:r>
              <a:rPr lang="en">
                <a:solidFill>
                  <a:schemeClr val="dk1"/>
                </a:solidFill>
              </a:rPr>
              <a:t>Week 2: Advanced Math</a:t>
            </a:r>
            <a:endParaRPr>
              <a:solidFill>
                <a:schemeClr val="dk1"/>
              </a:solidFill>
            </a:endParaRPr>
          </a:p>
          <a:p>
            <a:pPr indent="-298450" lvl="2" marL="1371600" rtl="0" algn="l">
              <a:lnSpc>
                <a:spcPct val="115000"/>
              </a:lnSpc>
              <a:spcBef>
                <a:spcPts val="0"/>
              </a:spcBef>
              <a:spcAft>
                <a:spcPts val="0"/>
              </a:spcAft>
              <a:buClr>
                <a:schemeClr val="dk1"/>
              </a:buClr>
              <a:buSzPts val="1100"/>
              <a:buAutoNum type="romanLcPeriod"/>
            </a:pPr>
            <a:r>
              <a:rPr lang="en">
                <a:solidFill>
                  <a:schemeClr val="dk1"/>
                </a:solidFill>
              </a:rPr>
              <a:t>Week 3: Problem-Solving &amp; Data Analysis</a:t>
            </a:r>
            <a:endParaRPr>
              <a:solidFill>
                <a:schemeClr val="dk1"/>
              </a:solidFill>
            </a:endParaRPr>
          </a:p>
          <a:p>
            <a:pPr indent="-298450" lvl="2" marL="1371600" rtl="0" algn="l">
              <a:lnSpc>
                <a:spcPct val="115000"/>
              </a:lnSpc>
              <a:spcBef>
                <a:spcPts val="0"/>
              </a:spcBef>
              <a:spcAft>
                <a:spcPts val="0"/>
              </a:spcAft>
              <a:buClr>
                <a:schemeClr val="dk1"/>
              </a:buClr>
              <a:buSzPts val="1100"/>
              <a:buAutoNum type="romanLcPeriod"/>
            </a:pPr>
            <a:r>
              <a:rPr lang="en">
                <a:solidFill>
                  <a:schemeClr val="dk1"/>
                </a:solidFill>
              </a:rPr>
              <a:t>Week 4: Geometry &amp; Trigonometry </a:t>
            </a:r>
            <a:endParaRPr>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b="1" lang="en">
                <a:solidFill>
                  <a:schemeClr val="dk1"/>
                </a:solidFill>
              </a:rPr>
              <a:t>Look at which Focus Skills you had the most missed questions for and target your practice there!</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
                <a:solidFill>
                  <a:schemeClr val="dk1"/>
                </a:solidFill>
              </a:rPr>
              <a:t>If you click into the “Focus Skill,” you’ll see the option to click on the link to Khan Academy.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Share screen to show focus Domain.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Remind learners which level of practice to complete on Khan Academy: </a:t>
            </a:r>
            <a:endParaRPr>
              <a:solidFill>
                <a:schemeClr val="dk1"/>
              </a:solidFill>
            </a:endParaRPr>
          </a:p>
          <a:p>
            <a:pPr indent="-298450" lvl="1" marL="914400" rtl="0" algn="l">
              <a:lnSpc>
                <a:spcPct val="100000"/>
              </a:lnSpc>
              <a:spcBef>
                <a:spcPts val="0"/>
              </a:spcBef>
              <a:spcAft>
                <a:spcPts val="0"/>
              </a:spcAft>
              <a:buClr>
                <a:schemeClr val="dk1"/>
              </a:buClr>
              <a:buSzPts val="1100"/>
              <a:buFont typeface="Proxima Nova"/>
              <a:buChar char="○"/>
            </a:pPr>
            <a:r>
              <a:rPr b="1" lang="en">
                <a:solidFill>
                  <a:schemeClr val="dk1"/>
                </a:solidFill>
              </a:rPr>
              <a:t>Foundations</a:t>
            </a:r>
            <a:r>
              <a:rPr lang="en">
                <a:solidFill>
                  <a:schemeClr val="dk1"/>
                </a:solidFill>
              </a:rPr>
              <a:t>: recommended for below 400 </a:t>
            </a:r>
            <a:endParaRPr>
              <a:solidFill>
                <a:schemeClr val="dk1"/>
              </a:solidFill>
            </a:endParaRPr>
          </a:p>
          <a:p>
            <a:pPr indent="-298450" lvl="1" marL="914400" rtl="0" algn="l">
              <a:lnSpc>
                <a:spcPct val="100000"/>
              </a:lnSpc>
              <a:spcBef>
                <a:spcPts val="0"/>
              </a:spcBef>
              <a:spcAft>
                <a:spcPts val="0"/>
              </a:spcAft>
              <a:buClr>
                <a:schemeClr val="dk1"/>
              </a:buClr>
              <a:buSzPts val="1100"/>
              <a:buFont typeface="Proxima Nova"/>
              <a:buChar char="○"/>
            </a:pPr>
            <a:r>
              <a:rPr b="1" lang="en">
                <a:solidFill>
                  <a:schemeClr val="dk1"/>
                </a:solidFill>
              </a:rPr>
              <a:t>Medium</a:t>
            </a:r>
            <a:r>
              <a:rPr lang="en">
                <a:solidFill>
                  <a:schemeClr val="dk1"/>
                </a:solidFill>
              </a:rPr>
              <a:t>: recommended for 400-590 score band</a:t>
            </a:r>
            <a:endParaRPr>
              <a:solidFill>
                <a:schemeClr val="dk1"/>
              </a:solidFill>
            </a:endParaRPr>
          </a:p>
          <a:p>
            <a:pPr indent="-298450" lvl="1" marL="914400" rtl="0" algn="l">
              <a:lnSpc>
                <a:spcPct val="100000"/>
              </a:lnSpc>
              <a:spcBef>
                <a:spcPts val="0"/>
              </a:spcBef>
              <a:spcAft>
                <a:spcPts val="0"/>
              </a:spcAft>
              <a:buClr>
                <a:schemeClr val="dk1"/>
              </a:buClr>
              <a:buSzPts val="1100"/>
              <a:buFont typeface="Proxima Nova"/>
              <a:buChar char="○"/>
            </a:pPr>
            <a:r>
              <a:rPr b="1" lang="en">
                <a:solidFill>
                  <a:schemeClr val="dk1"/>
                </a:solidFill>
              </a:rPr>
              <a:t>Advanced</a:t>
            </a:r>
            <a:r>
              <a:rPr lang="en">
                <a:solidFill>
                  <a:schemeClr val="dk1"/>
                </a:solidFill>
              </a:rPr>
              <a:t>: recommended for 600-690 score band</a:t>
            </a:r>
            <a:endParaRPr b="1">
              <a:solidFill>
                <a:schemeClr val="dk1"/>
              </a:solidFill>
            </a:endParaRPr>
          </a:p>
          <a:p>
            <a:pPr indent="0" lvl="0" marL="0" rtl="0" algn="l">
              <a:lnSpc>
                <a:spcPct val="115000"/>
              </a:lnSpc>
              <a:spcBef>
                <a:spcPts val="1800"/>
              </a:spcBef>
              <a:spcAft>
                <a:spcPts val="180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5: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800"/>
              </a:spcBef>
              <a:spcAft>
                <a:spcPts val="0"/>
              </a:spcAft>
              <a:buSzPts val="1100"/>
              <a:buChar char="-"/>
            </a:pPr>
            <a:r>
              <a:rPr lang="en">
                <a:solidFill>
                  <a:schemeClr val="dk1"/>
                </a:solidFill>
              </a:rPr>
              <a:t>Show learners how to find </a:t>
            </a:r>
            <a:r>
              <a:rPr lang="en" u="sng">
                <a:solidFill>
                  <a:schemeClr val="hlink"/>
                </a:solidFill>
                <a:hlinkClick r:id="rId2"/>
              </a:rPr>
              <a:t>the Learner Handbook</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f2f439f7b5_0_17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f2f439f7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Pythagorean Theorem used on RIGHT triangles only</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f2f439f7b5_0_24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f2f439f7b5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These are located in the SAT </a:t>
            </a:r>
            <a:r>
              <a:rPr b="1" lang="en">
                <a:solidFill>
                  <a:schemeClr val="dk1"/>
                </a:solidFill>
              </a:rPr>
              <a:t>reference</a:t>
            </a:r>
            <a:r>
              <a:rPr b="1" lang="en">
                <a:solidFill>
                  <a:schemeClr val="dk1"/>
                </a:solidFill>
              </a:rPr>
              <a:t> table, however you need to be able to </a:t>
            </a:r>
            <a:r>
              <a:rPr b="1" lang="en">
                <a:solidFill>
                  <a:schemeClr val="dk1"/>
                </a:solidFill>
              </a:rPr>
              <a:t>recognize</a:t>
            </a:r>
            <a:r>
              <a:rPr b="1" lang="en">
                <a:solidFill>
                  <a:schemeClr val="dk1"/>
                </a:solidFill>
              </a:rPr>
              <a:t> them- commonly by the angles</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Then you need to apply the side length relationships</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e9edada7d_0_4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e9edada7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solidFill>
                  <a:schemeClr val="dk1"/>
                </a:solidFill>
              </a:rPr>
              <a:t>Memorize SOH CAH TOA</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2f439f7b5_0_25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2f439f7b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Understand that the SOH CAH TOA fractions do NOT always correlate to the actual side lengths! They are RATIOS of the side lengths, and you need to </a:t>
            </a:r>
            <a:r>
              <a:rPr b="1" lang="en">
                <a:solidFill>
                  <a:schemeClr val="dk1"/>
                </a:solidFill>
              </a:rPr>
              <a:t>recognize that for harder questions!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f64edab5b_0_6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3f64edab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Understand that the SOH CAH TOA fractions do NOT always correlate to the actual side lengths! They are RATIOS of the side lengths, and you need to recognize that for harder questions!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2bb856ad8_0_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2bb856a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2bc97908a_0_3: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2bc9790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8" name="Shape 8"/>
        <p:cNvGrpSpPr/>
        <p:nvPr/>
      </p:nvGrpSpPr>
      <p:grpSpPr>
        <a:xfrm>
          <a:off x="0" y="0"/>
          <a:ext cx="0" cy="0"/>
          <a:chOff x="0" y="0"/>
          <a:chExt cx="0" cy="0"/>
        </a:xfrm>
      </p:grpSpPr>
      <p:sp>
        <p:nvSpPr>
          <p:cNvPr id="9" name="Google Shape;9;p2"/>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 name="Shape 10"/>
        <p:cNvGrpSpPr/>
        <p:nvPr/>
      </p:nvGrpSpPr>
      <p:grpSpPr>
        <a:xfrm>
          <a:off x="0" y="0"/>
          <a:ext cx="0" cy="0"/>
          <a:chOff x="0" y="0"/>
          <a:chExt cx="0" cy="0"/>
        </a:xfrm>
      </p:grpSpPr>
      <p:sp>
        <p:nvSpPr>
          <p:cNvPr id="11" name="Google Shape;11;p3"/>
          <p:cNvSpPr txBox="1"/>
          <p:nvPr/>
        </p:nvSpPr>
        <p:spPr>
          <a:xfrm flipH="1" rot="10800000">
            <a:off x="3276600" y="25"/>
            <a:ext cx="5867400" cy="51435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
          <p:cNvSpPr txBox="1"/>
          <p:nvPr>
            <p:ph type="title"/>
          </p:nvPr>
        </p:nvSpPr>
        <p:spPr>
          <a:xfrm>
            <a:off x="226078" y="357800"/>
            <a:ext cx="2808000" cy="953400"/>
          </a:xfrm>
          <a:prstGeom prst="rect">
            <a:avLst/>
          </a:prstGeom>
          <a:noFill/>
          <a:ln>
            <a:noFill/>
          </a:ln>
        </p:spPr>
        <p:txBody>
          <a:bodyPr anchorCtr="0" anchor="b" bIns="93500" lIns="93500" spcFirstLastPara="1" rIns="93500" wrap="square" tIns="93500">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14" name="Google Shape;14;p3"/>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p:nvPr/>
        </p:nvSpPr>
        <p:spPr>
          <a:xfrm flipH="1">
            <a:off x="8246400" y="4245925"/>
            <a:ext cx="897600" cy="897600"/>
          </a:xfrm>
          <a:prstGeom prst="rtTriangle">
            <a:avLst/>
          </a:prstGeom>
          <a:solidFill>
            <a:schemeClr val="lt1"/>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4"/>
          <p:cNvSpPr/>
          <p:nvPr/>
        </p:nvSpPr>
        <p:spPr>
          <a:xfrm flipH="1">
            <a:off x="8246400" y="4245875"/>
            <a:ext cx="897600" cy="897600"/>
          </a:xfrm>
          <a:prstGeom prst="round1Rect">
            <a:avLst>
              <a:gd fmla="val 16667" name="adj"/>
            </a:avLst>
          </a:prstGeom>
          <a:solidFill>
            <a:schemeClr val="lt1">
              <a:alpha val="68235"/>
            </a:schemeClr>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
          <p:cNvSpPr txBox="1"/>
          <p:nvPr>
            <p:ph type="ctrTitle"/>
          </p:nvPr>
        </p:nvSpPr>
        <p:spPr>
          <a:xfrm>
            <a:off x="390525" y="1819275"/>
            <a:ext cx="8222100" cy="933600"/>
          </a:xfrm>
          <a:prstGeom prst="rect">
            <a:avLst/>
          </a:prstGeom>
          <a:noFill/>
          <a:ln>
            <a:noFill/>
          </a:ln>
        </p:spPr>
        <p:txBody>
          <a:bodyPr anchorCtr="0" anchor="b" bIns="93500" lIns="93500" spcFirstLastPara="1" rIns="93500" wrap="square" tIns="93500">
            <a:noAutofit/>
          </a:bodyPr>
          <a:lstStyle>
            <a:lvl1pPr lvl="0" algn="l">
              <a:lnSpc>
                <a:spcPct val="100000"/>
              </a:lnSpc>
              <a:spcBef>
                <a:spcPts val="0"/>
              </a:spcBef>
              <a:spcAft>
                <a:spcPts val="0"/>
              </a:spcAft>
              <a:buSzPts val="4900"/>
              <a:buNone/>
              <a:defRPr sz="4900"/>
            </a:lvl1pPr>
            <a:lvl2pPr lvl="1"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2pPr>
            <a:lvl3pPr lvl="2"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3pPr>
            <a:lvl4pPr lvl="3"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4pPr>
            <a:lvl5pPr lvl="4"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5pPr>
            <a:lvl6pPr lvl="5"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6pPr>
            <a:lvl7pPr lvl="6"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7pPr>
            <a:lvl8pPr lvl="7"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8pPr>
            <a:lvl9pPr lvl="8" algn="l">
              <a:lnSpc>
                <a:spcPct val="100000"/>
              </a:lnSpc>
              <a:spcBef>
                <a:spcPts val="0"/>
              </a:spcBef>
              <a:spcAft>
                <a:spcPts val="0"/>
              </a:spcAft>
              <a:buSzPts val="4900"/>
              <a:buFont typeface="Proxima Nova"/>
              <a:buNone/>
              <a:defRPr sz="4900">
                <a:latin typeface="Proxima Nova"/>
                <a:ea typeface="Proxima Nova"/>
                <a:cs typeface="Proxima Nova"/>
                <a:sym typeface="Proxima Nova"/>
              </a:defRPr>
            </a:lvl9pPr>
          </a:lstStyle>
          <a:p/>
        </p:txBody>
      </p:sp>
      <p:sp>
        <p:nvSpPr>
          <p:cNvPr id="19" name="Google Shape;19;p4"/>
          <p:cNvSpPr txBox="1"/>
          <p:nvPr>
            <p:ph idx="1" type="subTitle"/>
          </p:nvPr>
        </p:nvSpPr>
        <p:spPr>
          <a:xfrm>
            <a:off x="390525" y="2789130"/>
            <a:ext cx="8222100" cy="432900"/>
          </a:xfrm>
          <a:prstGeom prst="rect">
            <a:avLst/>
          </a:prstGeom>
          <a:noFill/>
          <a:ln>
            <a:noFill/>
          </a:ln>
        </p:spPr>
        <p:txBody>
          <a:bodyPr anchorCtr="0" anchor="ctr" bIns="93500" lIns="93500" spcFirstLastPara="1" rIns="93500" wrap="square" tIns="93500">
            <a:noAutofit/>
          </a:bodyPr>
          <a:lstStyle>
            <a:lvl1pPr lvl="0" marR="0" rtl="0" algn="l">
              <a:lnSpc>
                <a:spcPct val="100000"/>
              </a:lnSpc>
              <a:spcBef>
                <a:spcPts val="0"/>
              </a:spcBef>
              <a:spcAft>
                <a:spcPts val="0"/>
              </a:spcAft>
              <a:buClr>
                <a:schemeClr val="lt1"/>
              </a:buClr>
              <a:buSzPts val="1400"/>
              <a:buFont typeface="Proxima Nova"/>
              <a:buNone/>
              <a:defRPr b="0" i="0" sz="14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2pPr>
            <a:lvl3pPr lvl="2"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3pPr>
            <a:lvl4pPr lvl="3"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4pPr>
            <a:lvl5pPr lvl="4"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5pPr>
            <a:lvl6pPr lvl="5"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6pPr>
            <a:lvl7pPr lvl="6"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7pPr>
            <a:lvl8pPr lvl="7"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8pPr>
            <a:lvl9pPr lvl="8" marR="0" rtl="0" algn="l">
              <a:lnSpc>
                <a:spcPct val="100000"/>
              </a:lnSpc>
              <a:spcBef>
                <a:spcPts val="0"/>
              </a:spcBef>
              <a:spcAft>
                <a:spcPts val="0"/>
              </a:spcAft>
              <a:buClr>
                <a:schemeClr val="lt1"/>
              </a:buClr>
              <a:buSzPts val="1800"/>
              <a:buFont typeface="Proxima Nova"/>
              <a:buNone/>
              <a:defRPr b="0" i="0" sz="1800" u="none" cap="none" strike="noStrike">
                <a:solidFill>
                  <a:schemeClr val="lt1"/>
                </a:solidFill>
                <a:latin typeface="Proxima Nova"/>
                <a:ea typeface="Proxima Nova"/>
                <a:cs typeface="Proxima Nova"/>
                <a:sym typeface="Proxima Nova"/>
              </a:defRPr>
            </a:lvl9pPr>
          </a:lstStyle>
          <a:p/>
        </p:txBody>
      </p:sp>
      <p:sp>
        <p:nvSpPr>
          <p:cNvPr id="20" name="Google Shape;20;p4"/>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
          <p:cNvSpPr txBox="1"/>
          <p:nvPr>
            <p:ph type="title"/>
          </p:nvPr>
        </p:nvSpPr>
        <p:spPr>
          <a:xfrm>
            <a:off x="460950" y="2065350"/>
            <a:ext cx="8222100" cy="1012800"/>
          </a:xfrm>
          <a:prstGeom prst="rect">
            <a:avLst/>
          </a:prstGeom>
          <a:noFill/>
          <a:ln>
            <a:noFill/>
          </a:ln>
        </p:spPr>
        <p:txBody>
          <a:bodyPr anchorCtr="0" anchor="ctr" bIns="93500" lIns="93500" spcFirstLastPara="1" rIns="93500" wrap="square" tIns="93500">
            <a:noAutofit/>
          </a:bodyPr>
          <a:lstStyle>
            <a:lvl1pPr lvl="0" algn="l">
              <a:lnSpc>
                <a:spcPct val="100000"/>
              </a:lnSpc>
              <a:spcBef>
                <a:spcPts val="0"/>
              </a:spcBef>
              <a:spcAft>
                <a:spcPts val="0"/>
              </a:spcAft>
              <a:buSzPts val="4300"/>
              <a:buNone/>
              <a:defRPr sz="4300"/>
            </a:lvl1pPr>
            <a:lvl2pPr lvl="1" algn="l">
              <a:lnSpc>
                <a:spcPct val="100000"/>
              </a:lnSpc>
              <a:spcBef>
                <a:spcPts val="0"/>
              </a:spcBef>
              <a:spcAft>
                <a:spcPts val="0"/>
              </a:spcAft>
              <a:buSzPts val="4300"/>
              <a:buNone/>
              <a:defRPr sz="4300"/>
            </a:lvl2pPr>
            <a:lvl3pPr lvl="2" algn="l">
              <a:lnSpc>
                <a:spcPct val="100000"/>
              </a:lnSpc>
              <a:spcBef>
                <a:spcPts val="0"/>
              </a:spcBef>
              <a:spcAft>
                <a:spcPts val="0"/>
              </a:spcAft>
              <a:buSzPts val="4300"/>
              <a:buNone/>
              <a:defRPr sz="4300"/>
            </a:lvl3pPr>
            <a:lvl4pPr lvl="3" algn="l">
              <a:lnSpc>
                <a:spcPct val="100000"/>
              </a:lnSpc>
              <a:spcBef>
                <a:spcPts val="0"/>
              </a:spcBef>
              <a:spcAft>
                <a:spcPts val="0"/>
              </a:spcAft>
              <a:buSzPts val="4300"/>
              <a:buNone/>
              <a:defRPr sz="4300"/>
            </a:lvl4pPr>
            <a:lvl5pPr lvl="4" algn="l">
              <a:lnSpc>
                <a:spcPct val="100000"/>
              </a:lnSpc>
              <a:spcBef>
                <a:spcPts val="0"/>
              </a:spcBef>
              <a:spcAft>
                <a:spcPts val="0"/>
              </a:spcAft>
              <a:buSzPts val="4300"/>
              <a:buNone/>
              <a:defRPr sz="4300"/>
            </a:lvl5pPr>
            <a:lvl6pPr lvl="5" algn="l">
              <a:lnSpc>
                <a:spcPct val="100000"/>
              </a:lnSpc>
              <a:spcBef>
                <a:spcPts val="0"/>
              </a:spcBef>
              <a:spcAft>
                <a:spcPts val="0"/>
              </a:spcAft>
              <a:buSzPts val="4300"/>
              <a:buNone/>
              <a:defRPr sz="4300"/>
            </a:lvl6pPr>
            <a:lvl7pPr lvl="6" algn="l">
              <a:lnSpc>
                <a:spcPct val="100000"/>
              </a:lnSpc>
              <a:spcBef>
                <a:spcPts val="0"/>
              </a:spcBef>
              <a:spcAft>
                <a:spcPts val="0"/>
              </a:spcAft>
              <a:buSzPts val="4300"/>
              <a:buNone/>
              <a:defRPr sz="4300"/>
            </a:lvl7pPr>
            <a:lvl8pPr lvl="7" algn="l">
              <a:lnSpc>
                <a:spcPct val="100000"/>
              </a:lnSpc>
              <a:spcBef>
                <a:spcPts val="0"/>
              </a:spcBef>
              <a:spcAft>
                <a:spcPts val="0"/>
              </a:spcAft>
              <a:buSzPts val="4300"/>
              <a:buNone/>
              <a:defRPr sz="4300"/>
            </a:lvl8pPr>
            <a:lvl9pPr lvl="8" algn="l">
              <a:lnSpc>
                <a:spcPct val="100000"/>
              </a:lnSpc>
              <a:spcBef>
                <a:spcPts val="0"/>
              </a:spcBef>
              <a:spcAft>
                <a:spcPts val="0"/>
              </a:spcAft>
              <a:buSzPts val="4300"/>
              <a:buNone/>
              <a:defRPr sz="4300"/>
            </a:lvl9pPr>
          </a:lstStyle>
          <a:p/>
        </p:txBody>
      </p:sp>
      <p:sp>
        <p:nvSpPr>
          <p:cNvPr id="23" name="Google Shape;23;p5"/>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6"/>
          <p:cNvSpPr/>
          <p:nvPr/>
        </p:nvSpPr>
        <p:spPr>
          <a:xfrm flipH="1" rot="10800000">
            <a:off x="0" y="1686000"/>
            <a:ext cx="9144000" cy="34575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6"/>
          <p:cNvSpPr txBox="1"/>
          <p:nvPr>
            <p:ph type="title"/>
          </p:nvPr>
        </p:nvSpPr>
        <p:spPr>
          <a:xfrm>
            <a:off x="471900" y="738725"/>
            <a:ext cx="8222100" cy="767700"/>
          </a:xfrm>
          <a:prstGeom prst="rect">
            <a:avLst/>
          </a:prstGeom>
          <a:noFill/>
          <a:ln>
            <a:noFill/>
          </a:ln>
        </p:spPr>
        <p:txBody>
          <a:bodyPr anchorCtr="0" anchor="b" bIns="93500" lIns="93500" spcFirstLastPara="1" rIns="93500" wrap="square" tIns="9350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28" name="Google Shape;28;p6"/>
          <p:cNvSpPr txBox="1"/>
          <p:nvPr>
            <p:ph idx="1" type="body"/>
          </p:nvPr>
        </p:nvSpPr>
        <p:spPr>
          <a:xfrm>
            <a:off x="471900" y="1919075"/>
            <a:ext cx="8222100" cy="2710200"/>
          </a:xfrm>
          <a:prstGeom prst="rect">
            <a:avLst/>
          </a:prstGeom>
          <a:noFill/>
          <a:ln>
            <a:noFill/>
          </a:ln>
        </p:spPr>
        <p:txBody>
          <a:bodyPr anchorCtr="0" anchor="ctr" bIns="93500" lIns="93500" spcFirstLastPara="1" rIns="93500" wrap="square" tIns="9350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29" name="Google Shape;29;p6"/>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7"/>
          <p:cNvSpPr/>
          <p:nvPr/>
        </p:nvSpPr>
        <p:spPr>
          <a:xfrm flipH="1" rot="10800000">
            <a:off x="0" y="1686000"/>
            <a:ext cx="9144000" cy="34575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7"/>
          <p:cNvSpPr txBox="1"/>
          <p:nvPr>
            <p:ph type="title"/>
          </p:nvPr>
        </p:nvSpPr>
        <p:spPr>
          <a:xfrm>
            <a:off x="471900" y="738725"/>
            <a:ext cx="8222100" cy="767700"/>
          </a:xfrm>
          <a:prstGeom prst="rect">
            <a:avLst/>
          </a:prstGeom>
          <a:noFill/>
          <a:ln>
            <a:noFill/>
          </a:ln>
        </p:spPr>
        <p:txBody>
          <a:bodyPr anchorCtr="0" anchor="b" bIns="93500" lIns="93500" spcFirstLastPara="1" rIns="93500" wrap="square" tIns="9350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34" name="Google Shape;34;p7"/>
          <p:cNvSpPr txBox="1"/>
          <p:nvPr>
            <p:ph idx="1" type="body"/>
          </p:nvPr>
        </p:nvSpPr>
        <p:spPr>
          <a:xfrm>
            <a:off x="471900" y="1919075"/>
            <a:ext cx="3999900" cy="2710200"/>
          </a:xfrm>
          <a:prstGeom prst="rect">
            <a:avLst/>
          </a:prstGeom>
          <a:noFill/>
          <a:ln>
            <a:noFill/>
          </a:ln>
        </p:spPr>
        <p:txBody>
          <a:bodyPr anchorCtr="0" anchor="ctr" bIns="93500" lIns="93500" spcFirstLastPara="1" rIns="93500" wrap="square" tIns="9350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04800" lvl="1" marL="914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2pPr>
            <a:lvl3pPr indent="-304800" lvl="2" marL="1371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3pPr>
            <a:lvl4pPr indent="-304800" lvl="3" marL="1828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4pPr>
            <a:lvl5pPr indent="-304800" lvl="4" marL="22860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5pPr>
            <a:lvl6pPr indent="-304800" lvl="5" marL="27432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6pPr>
            <a:lvl7pPr indent="-304800" lvl="6" marL="3200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7pPr>
            <a:lvl8pPr indent="-304800" lvl="7" marL="3657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8pPr>
            <a:lvl9pPr indent="-304800" lvl="8" marL="4114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9pPr>
          </a:lstStyle>
          <a:p/>
        </p:txBody>
      </p:sp>
      <p:sp>
        <p:nvSpPr>
          <p:cNvPr id="35" name="Google Shape;35;p7"/>
          <p:cNvSpPr txBox="1"/>
          <p:nvPr>
            <p:ph idx="2" type="body"/>
          </p:nvPr>
        </p:nvSpPr>
        <p:spPr>
          <a:xfrm>
            <a:off x="4694250" y="1919075"/>
            <a:ext cx="3999900" cy="2710200"/>
          </a:xfrm>
          <a:prstGeom prst="rect">
            <a:avLst/>
          </a:prstGeom>
          <a:noFill/>
          <a:ln>
            <a:noFill/>
          </a:ln>
        </p:spPr>
        <p:txBody>
          <a:bodyPr anchorCtr="0" anchor="ctr" bIns="93500" lIns="93500" spcFirstLastPara="1" rIns="93500" wrap="square" tIns="9350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04800" lvl="1" marL="914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2pPr>
            <a:lvl3pPr indent="-304800" lvl="2" marL="1371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3pPr>
            <a:lvl4pPr indent="-304800" lvl="3" marL="1828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4pPr>
            <a:lvl5pPr indent="-304800" lvl="4" marL="22860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5pPr>
            <a:lvl6pPr indent="-304800" lvl="5" marL="27432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6pPr>
            <a:lvl7pPr indent="-304800" lvl="6" marL="3200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7pPr>
            <a:lvl8pPr indent="-304800" lvl="7" marL="3657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8pPr>
            <a:lvl9pPr indent="-304800" lvl="8" marL="4114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9pPr>
          </a:lstStyle>
          <a:p/>
        </p:txBody>
      </p:sp>
      <p:sp>
        <p:nvSpPr>
          <p:cNvPr id="36" name="Google Shape;36;p7"/>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p:nvPr/>
        </p:nvSpPr>
        <p:spPr>
          <a:xfrm flipH="1" rot="10800000">
            <a:off x="0" y="656400"/>
            <a:ext cx="9144000" cy="44871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8"/>
          <p:cNvSpPr txBox="1"/>
          <p:nvPr>
            <p:ph type="title"/>
          </p:nvPr>
        </p:nvSpPr>
        <p:spPr>
          <a:xfrm>
            <a:off x="98250" y="16350"/>
            <a:ext cx="8826600" cy="602700"/>
          </a:xfrm>
          <a:prstGeom prst="rect">
            <a:avLst/>
          </a:prstGeom>
          <a:noFill/>
          <a:ln>
            <a:noFill/>
          </a:ln>
        </p:spPr>
        <p:txBody>
          <a:bodyPr anchorCtr="0" anchor="ctr" bIns="93500" lIns="93500" spcFirstLastPara="1" rIns="93500" wrap="square" tIns="93500">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1" name="Google Shape;41;p8"/>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9"/>
          <p:cNvSpPr txBox="1"/>
          <p:nvPr>
            <p:ph type="title"/>
          </p:nvPr>
        </p:nvSpPr>
        <p:spPr>
          <a:xfrm>
            <a:off x="490250" y="488250"/>
            <a:ext cx="6227100" cy="4090800"/>
          </a:xfrm>
          <a:prstGeom prst="rect">
            <a:avLst/>
          </a:prstGeom>
          <a:noFill/>
          <a:ln>
            <a:noFill/>
          </a:ln>
        </p:spPr>
        <p:txBody>
          <a:bodyPr anchorCtr="0" anchor="ctr" bIns="93500" lIns="93500" spcFirstLastPara="1" rIns="93500" wrap="square" tIns="93500">
            <a:noAutofit/>
          </a:bodyPr>
          <a:lstStyle>
            <a:lvl1pPr lvl="0" algn="l">
              <a:lnSpc>
                <a:spcPct val="100000"/>
              </a:lnSpc>
              <a:spcBef>
                <a:spcPts val="0"/>
              </a:spcBef>
              <a:spcAft>
                <a:spcPts val="0"/>
              </a:spcAft>
              <a:buSzPts val="6100"/>
              <a:buNone/>
              <a:defRPr sz="6100"/>
            </a:lvl1pPr>
            <a:lvl2pPr lvl="1" algn="l">
              <a:lnSpc>
                <a:spcPct val="100000"/>
              </a:lnSpc>
              <a:spcBef>
                <a:spcPts val="0"/>
              </a:spcBef>
              <a:spcAft>
                <a:spcPts val="0"/>
              </a:spcAft>
              <a:buSzPts val="6100"/>
              <a:buNone/>
              <a:defRPr sz="6100"/>
            </a:lvl2pPr>
            <a:lvl3pPr lvl="2" algn="l">
              <a:lnSpc>
                <a:spcPct val="100000"/>
              </a:lnSpc>
              <a:spcBef>
                <a:spcPts val="0"/>
              </a:spcBef>
              <a:spcAft>
                <a:spcPts val="0"/>
              </a:spcAft>
              <a:buSzPts val="6100"/>
              <a:buNone/>
              <a:defRPr sz="6100"/>
            </a:lvl3pPr>
            <a:lvl4pPr lvl="3" algn="l">
              <a:lnSpc>
                <a:spcPct val="100000"/>
              </a:lnSpc>
              <a:spcBef>
                <a:spcPts val="0"/>
              </a:spcBef>
              <a:spcAft>
                <a:spcPts val="0"/>
              </a:spcAft>
              <a:buSzPts val="6100"/>
              <a:buNone/>
              <a:defRPr sz="6100"/>
            </a:lvl4pPr>
            <a:lvl5pPr lvl="4" algn="l">
              <a:lnSpc>
                <a:spcPct val="100000"/>
              </a:lnSpc>
              <a:spcBef>
                <a:spcPts val="0"/>
              </a:spcBef>
              <a:spcAft>
                <a:spcPts val="0"/>
              </a:spcAft>
              <a:buSzPts val="6100"/>
              <a:buNone/>
              <a:defRPr sz="6100"/>
            </a:lvl5pPr>
            <a:lvl6pPr lvl="5" algn="l">
              <a:lnSpc>
                <a:spcPct val="100000"/>
              </a:lnSpc>
              <a:spcBef>
                <a:spcPts val="0"/>
              </a:spcBef>
              <a:spcAft>
                <a:spcPts val="0"/>
              </a:spcAft>
              <a:buSzPts val="6100"/>
              <a:buNone/>
              <a:defRPr sz="6100"/>
            </a:lvl6pPr>
            <a:lvl7pPr lvl="6" algn="l">
              <a:lnSpc>
                <a:spcPct val="100000"/>
              </a:lnSpc>
              <a:spcBef>
                <a:spcPts val="0"/>
              </a:spcBef>
              <a:spcAft>
                <a:spcPts val="0"/>
              </a:spcAft>
              <a:buSzPts val="6100"/>
              <a:buNone/>
              <a:defRPr sz="6100"/>
            </a:lvl7pPr>
            <a:lvl8pPr lvl="7" algn="l">
              <a:lnSpc>
                <a:spcPct val="100000"/>
              </a:lnSpc>
              <a:spcBef>
                <a:spcPts val="0"/>
              </a:spcBef>
              <a:spcAft>
                <a:spcPts val="0"/>
              </a:spcAft>
              <a:buSzPts val="6100"/>
              <a:buNone/>
              <a:defRPr sz="6100"/>
            </a:lvl8pPr>
            <a:lvl9pPr lvl="8" algn="l">
              <a:lnSpc>
                <a:spcPct val="100000"/>
              </a:lnSpc>
              <a:spcBef>
                <a:spcPts val="0"/>
              </a:spcBef>
              <a:spcAft>
                <a:spcPts val="0"/>
              </a:spcAft>
              <a:buSzPts val="6100"/>
              <a:buNone/>
              <a:defRPr sz="6100"/>
            </a:lvl9pPr>
          </a:lstStyle>
          <a:p/>
        </p:txBody>
      </p:sp>
      <p:sp>
        <p:nvSpPr>
          <p:cNvPr id="44" name="Google Shape;44;p9"/>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0"/>
          <p:cNvSpPr/>
          <p:nvPr/>
        </p:nvSpPr>
        <p:spPr>
          <a:xfrm flipH="1">
            <a:off x="0" y="0"/>
            <a:ext cx="4572000" cy="51435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0"/>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0"/>
          <p:cNvSpPr txBox="1"/>
          <p:nvPr>
            <p:ph type="title"/>
          </p:nvPr>
        </p:nvSpPr>
        <p:spPr>
          <a:xfrm>
            <a:off x="263400" y="1265850"/>
            <a:ext cx="4045200" cy="1482300"/>
          </a:xfrm>
          <a:prstGeom prst="rect">
            <a:avLst/>
          </a:prstGeom>
          <a:noFill/>
          <a:ln>
            <a:noFill/>
          </a:ln>
        </p:spPr>
        <p:txBody>
          <a:bodyPr anchorCtr="0" anchor="b" bIns="93500" lIns="93500" spcFirstLastPara="1" rIns="93500" wrap="square" tIns="93500">
            <a:noAutofit/>
          </a:bodyPr>
          <a:lstStyle>
            <a:lvl1pPr lvl="0" algn="ctr">
              <a:lnSpc>
                <a:spcPct val="100000"/>
              </a:lnSpc>
              <a:spcBef>
                <a:spcPts val="0"/>
              </a:spcBef>
              <a:spcAft>
                <a:spcPts val="0"/>
              </a:spcAft>
              <a:buClr>
                <a:schemeClr val="dk2"/>
              </a:buClr>
              <a:buSzPts val="4300"/>
              <a:buNone/>
              <a:defRPr sz="4300">
                <a:solidFill>
                  <a:schemeClr val="dk2"/>
                </a:solidFill>
              </a:defRPr>
            </a:lvl1pPr>
            <a:lvl2pPr lvl="1"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2pPr>
            <a:lvl3pPr lvl="2"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3pPr>
            <a:lvl4pPr lvl="3"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4pPr>
            <a:lvl5pPr lvl="4"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5pPr>
            <a:lvl6pPr lvl="5"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6pPr>
            <a:lvl7pPr lvl="6"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7pPr>
            <a:lvl8pPr lvl="7"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8pPr>
            <a:lvl9pPr lvl="8" algn="ctr">
              <a:lnSpc>
                <a:spcPct val="100000"/>
              </a:lnSpc>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9pPr>
          </a:lstStyle>
          <a:p/>
        </p:txBody>
      </p:sp>
      <p:sp>
        <p:nvSpPr>
          <p:cNvPr id="49" name="Google Shape;49;p10"/>
          <p:cNvSpPr txBox="1"/>
          <p:nvPr>
            <p:ph idx="1" type="subTitle"/>
          </p:nvPr>
        </p:nvSpPr>
        <p:spPr>
          <a:xfrm>
            <a:off x="263400" y="2812142"/>
            <a:ext cx="4045200" cy="1235100"/>
          </a:xfrm>
          <a:prstGeom prst="rect">
            <a:avLst/>
          </a:prstGeom>
          <a:noFill/>
          <a:ln>
            <a:noFill/>
          </a:ln>
        </p:spPr>
        <p:txBody>
          <a:bodyPr anchorCtr="0" anchor="ctr" bIns="93500" lIns="93500" spcFirstLastPara="1" rIns="93500" wrap="square" tIns="93500">
            <a:noAutofit/>
          </a:bodyPr>
          <a:lstStyle>
            <a:lvl1pPr lvl="0" marR="0" rtl="0" algn="ctr">
              <a:lnSpc>
                <a:spcPct val="100000"/>
              </a:lnSpc>
              <a:spcBef>
                <a:spcPts val="0"/>
              </a:spcBef>
              <a:spcAft>
                <a:spcPts val="0"/>
              </a:spcAft>
              <a:buClr>
                <a:srgbClr val="000000"/>
              </a:buClr>
              <a:buSzPts val="2100"/>
              <a:buFont typeface="Proxima Nova"/>
              <a:buNone/>
              <a:defRPr b="0" i="0" sz="2100" u="none" cap="none" strike="noStrike">
                <a:solidFill>
                  <a:srgbClr val="000000"/>
                </a:solidFill>
                <a:latin typeface="Proxima Nova"/>
                <a:ea typeface="Proxima Nova"/>
                <a:cs typeface="Proxima Nova"/>
                <a:sym typeface="Proxima Nova"/>
              </a:defRPr>
            </a:lvl1pPr>
            <a:lvl2pPr lvl="1"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2pPr>
            <a:lvl3pPr lvl="2"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3pPr>
            <a:lvl4pPr lvl="3"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4pPr>
            <a:lvl5pPr lvl="4"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5pPr>
            <a:lvl6pPr lvl="5"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6pPr>
            <a:lvl7pPr lvl="6"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7pPr>
            <a:lvl8pPr lvl="7"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8pPr>
            <a:lvl9pPr lvl="8" marR="0" rtl="0" algn="ctr">
              <a:lnSpc>
                <a:spcPct val="100000"/>
              </a:lnSpc>
              <a:spcBef>
                <a:spcPts val="0"/>
              </a:spcBef>
              <a:spcAft>
                <a:spcPts val="0"/>
              </a:spcAft>
              <a:buClr>
                <a:srgbClr val="000000"/>
              </a:buClr>
              <a:buSzPts val="2100"/>
              <a:buFont typeface="Open Sans"/>
              <a:buNone/>
              <a:defRPr b="0" i="0" sz="2100" u="none" cap="none" strike="noStrike">
                <a:solidFill>
                  <a:srgbClr val="000000"/>
                </a:solidFill>
                <a:latin typeface="Open Sans"/>
                <a:ea typeface="Open Sans"/>
                <a:cs typeface="Open Sans"/>
                <a:sym typeface="Open Sans"/>
              </a:defRPr>
            </a:lvl9pPr>
          </a:lstStyle>
          <a:p/>
        </p:txBody>
      </p:sp>
      <p:sp>
        <p:nvSpPr>
          <p:cNvPr id="50" name="Google Shape;50;p10"/>
          <p:cNvSpPr txBox="1"/>
          <p:nvPr>
            <p:ph idx="2" type="body"/>
          </p:nvPr>
        </p:nvSpPr>
        <p:spPr>
          <a:xfrm>
            <a:off x="4939500" y="724200"/>
            <a:ext cx="3837000" cy="3695100"/>
          </a:xfrm>
          <a:prstGeom prst="rect">
            <a:avLst/>
          </a:prstGeom>
          <a:noFill/>
          <a:ln>
            <a:noFill/>
          </a:ln>
        </p:spPr>
        <p:txBody>
          <a:bodyPr anchorCtr="0" anchor="ctr" bIns="93500" lIns="93500" spcFirstLastPara="1" rIns="93500" wrap="square" tIns="93500">
            <a:noAutofit/>
          </a:bodyPr>
          <a:lstStyle>
            <a:lvl1pPr indent="-317500" lvl="0" marL="4572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chemeClr val="lt1"/>
              </a:buClr>
              <a:buSzPts val="1400"/>
              <a:buFont typeface="Proxima Nova"/>
              <a:buChar char="■"/>
              <a:defRPr b="0" i="0" sz="1400" u="none" cap="none" strike="noStrike">
                <a:solidFill>
                  <a:schemeClr val="lt1"/>
                </a:solidFill>
                <a:latin typeface="Proxima Nova"/>
                <a:ea typeface="Proxima Nova"/>
                <a:cs typeface="Proxima Nova"/>
                <a:sym typeface="Proxima Nova"/>
              </a:defRPr>
            </a:lvl9pPr>
          </a:lstStyle>
          <a:p/>
        </p:txBody>
      </p:sp>
      <p:sp>
        <p:nvSpPr>
          <p:cNvPr id="51" name="Google Shape;51;p10"/>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1"/>
          <p:cNvSpPr txBox="1"/>
          <p:nvPr/>
        </p:nvSpPr>
        <p:spPr>
          <a:xfrm flipH="1" rot="10800000">
            <a:off x="0" y="0"/>
            <a:ext cx="9144000" cy="4695900"/>
          </a:xfrm>
          <a:prstGeom prst="rect">
            <a:avLst/>
          </a:prstGeom>
          <a:solidFill>
            <a:schemeClr val="accent4"/>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1"/>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1"/>
          <p:cNvSpPr txBox="1"/>
          <p:nvPr>
            <p:ph idx="1" type="body"/>
          </p:nvPr>
        </p:nvSpPr>
        <p:spPr>
          <a:xfrm>
            <a:off x="57150" y="4696825"/>
            <a:ext cx="8382000" cy="446700"/>
          </a:xfrm>
          <a:prstGeom prst="rect">
            <a:avLst/>
          </a:prstGeom>
          <a:noFill/>
          <a:ln>
            <a:noFill/>
          </a:ln>
        </p:spPr>
        <p:txBody>
          <a:bodyPr anchorCtr="0" anchor="ctr" bIns="93500" lIns="93500" spcFirstLastPara="1" rIns="93500" wrap="square" tIns="93500">
            <a:noAutofit/>
          </a:bodyPr>
          <a:lstStyle>
            <a:lvl1pPr indent="-228600" lvl="0" marL="457200" marR="0" rtl="0" algn="l">
              <a:lnSpc>
                <a:spcPct val="100000"/>
              </a:lnSpc>
              <a:spcBef>
                <a:spcPts val="0"/>
              </a:spcBef>
              <a:spcAft>
                <a:spcPts val="0"/>
              </a:spcAft>
              <a:buClr>
                <a:schemeClr val="lt1"/>
              </a:buClr>
              <a:buSzPts val="1200"/>
              <a:buFont typeface="Proxima Nova"/>
              <a:buNone/>
              <a:defRPr b="0" i="0" sz="1200" u="none" cap="none" strike="noStrike">
                <a:solidFill>
                  <a:schemeClr val="lt1"/>
                </a:solidFill>
                <a:latin typeface="Proxima Nova"/>
                <a:ea typeface="Proxima Nova"/>
                <a:cs typeface="Proxima Nova"/>
                <a:sym typeface="Proxima Nova"/>
              </a:defRPr>
            </a:lvl1pPr>
          </a:lstStyle>
          <a:p/>
        </p:txBody>
      </p:sp>
      <p:sp>
        <p:nvSpPr>
          <p:cNvPr id="56" name="Google Shape;56;p11"/>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2"/>
          <p:cNvSpPr txBox="1"/>
          <p:nvPr>
            <p:ph hasCustomPrompt="1" type="title"/>
          </p:nvPr>
        </p:nvSpPr>
        <p:spPr>
          <a:xfrm>
            <a:off x="475500" y="1487125"/>
            <a:ext cx="8222100" cy="1963500"/>
          </a:xfrm>
          <a:prstGeom prst="rect">
            <a:avLst/>
          </a:prstGeom>
          <a:noFill/>
          <a:ln>
            <a:noFill/>
          </a:ln>
        </p:spPr>
        <p:txBody>
          <a:bodyPr anchorCtr="0" anchor="b" bIns="93500" lIns="93500" spcFirstLastPara="1" rIns="93500" wrap="square" tIns="93500">
            <a:noAutofit/>
          </a:bodyPr>
          <a:lstStyle>
            <a:lvl1pPr lvl="0" algn="ctr">
              <a:lnSpc>
                <a:spcPct val="100000"/>
              </a:lnSpc>
              <a:spcBef>
                <a:spcPts val="0"/>
              </a:spcBef>
              <a:spcAft>
                <a:spcPts val="0"/>
              </a:spcAft>
              <a:buClr>
                <a:schemeClr val="dk2"/>
              </a:buClr>
              <a:buSzPts val="12200"/>
              <a:buNone/>
              <a:defRPr sz="12200">
                <a:solidFill>
                  <a:schemeClr val="dk2"/>
                </a:solidFill>
              </a:defRPr>
            </a:lvl1pPr>
            <a:lvl2pPr lvl="1" algn="ctr">
              <a:lnSpc>
                <a:spcPct val="100000"/>
              </a:lnSpc>
              <a:spcBef>
                <a:spcPts val="0"/>
              </a:spcBef>
              <a:spcAft>
                <a:spcPts val="0"/>
              </a:spcAft>
              <a:buClr>
                <a:schemeClr val="dk2"/>
              </a:buClr>
              <a:buSzPts val="12200"/>
              <a:buNone/>
              <a:defRPr sz="12200">
                <a:solidFill>
                  <a:schemeClr val="dk2"/>
                </a:solidFill>
              </a:defRPr>
            </a:lvl2pPr>
            <a:lvl3pPr lvl="2" algn="ctr">
              <a:lnSpc>
                <a:spcPct val="100000"/>
              </a:lnSpc>
              <a:spcBef>
                <a:spcPts val="0"/>
              </a:spcBef>
              <a:spcAft>
                <a:spcPts val="0"/>
              </a:spcAft>
              <a:buClr>
                <a:schemeClr val="dk2"/>
              </a:buClr>
              <a:buSzPts val="12200"/>
              <a:buNone/>
              <a:defRPr sz="12200">
                <a:solidFill>
                  <a:schemeClr val="dk2"/>
                </a:solidFill>
              </a:defRPr>
            </a:lvl3pPr>
            <a:lvl4pPr lvl="3" algn="ctr">
              <a:lnSpc>
                <a:spcPct val="100000"/>
              </a:lnSpc>
              <a:spcBef>
                <a:spcPts val="0"/>
              </a:spcBef>
              <a:spcAft>
                <a:spcPts val="0"/>
              </a:spcAft>
              <a:buClr>
                <a:schemeClr val="dk2"/>
              </a:buClr>
              <a:buSzPts val="12200"/>
              <a:buNone/>
              <a:defRPr sz="12200">
                <a:solidFill>
                  <a:schemeClr val="dk2"/>
                </a:solidFill>
              </a:defRPr>
            </a:lvl4pPr>
            <a:lvl5pPr lvl="4" algn="ctr">
              <a:lnSpc>
                <a:spcPct val="100000"/>
              </a:lnSpc>
              <a:spcBef>
                <a:spcPts val="0"/>
              </a:spcBef>
              <a:spcAft>
                <a:spcPts val="0"/>
              </a:spcAft>
              <a:buClr>
                <a:schemeClr val="dk2"/>
              </a:buClr>
              <a:buSzPts val="12200"/>
              <a:buNone/>
              <a:defRPr sz="12200">
                <a:solidFill>
                  <a:schemeClr val="dk2"/>
                </a:solidFill>
              </a:defRPr>
            </a:lvl5pPr>
            <a:lvl6pPr lvl="5" algn="ctr">
              <a:lnSpc>
                <a:spcPct val="100000"/>
              </a:lnSpc>
              <a:spcBef>
                <a:spcPts val="0"/>
              </a:spcBef>
              <a:spcAft>
                <a:spcPts val="0"/>
              </a:spcAft>
              <a:buClr>
                <a:schemeClr val="dk2"/>
              </a:buClr>
              <a:buSzPts val="12200"/>
              <a:buNone/>
              <a:defRPr sz="12200">
                <a:solidFill>
                  <a:schemeClr val="dk2"/>
                </a:solidFill>
              </a:defRPr>
            </a:lvl6pPr>
            <a:lvl7pPr lvl="6" algn="ctr">
              <a:lnSpc>
                <a:spcPct val="100000"/>
              </a:lnSpc>
              <a:spcBef>
                <a:spcPts val="0"/>
              </a:spcBef>
              <a:spcAft>
                <a:spcPts val="0"/>
              </a:spcAft>
              <a:buClr>
                <a:schemeClr val="dk2"/>
              </a:buClr>
              <a:buSzPts val="12200"/>
              <a:buNone/>
              <a:defRPr sz="12200">
                <a:solidFill>
                  <a:schemeClr val="dk2"/>
                </a:solidFill>
              </a:defRPr>
            </a:lvl7pPr>
            <a:lvl8pPr lvl="7" algn="ctr">
              <a:lnSpc>
                <a:spcPct val="100000"/>
              </a:lnSpc>
              <a:spcBef>
                <a:spcPts val="0"/>
              </a:spcBef>
              <a:spcAft>
                <a:spcPts val="0"/>
              </a:spcAft>
              <a:buClr>
                <a:schemeClr val="dk2"/>
              </a:buClr>
              <a:buSzPts val="12200"/>
              <a:buNone/>
              <a:defRPr sz="12200">
                <a:solidFill>
                  <a:schemeClr val="dk2"/>
                </a:solidFill>
              </a:defRPr>
            </a:lvl8pPr>
            <a:lvl9pPr lvl="8" algn="ctr">
              <a:lnSpc>
                <a:spcPct val="100000"/>
              </a:lnSpc>
              <a:spcBef>
                <a:spcPts val="0"/>
              </a:spcBef>
              <a:spcAft>
                <a:spcPts val="0"/>
              </a:spcAft>
              <a:buClr>
                <a:schemeClr val="dk2"/>
              </a:buClr>
              <a:buSzPts val="12200"/>
              <a:buNone/>
              <a:defRPr sz="12200">
                <a:solidFill>
                  <a:schemeClr val="dk2"/>
                </a:solidFill>
              </a:defRPr>
            </a:lvl9pPr>
          </a:lstStyle>
          <a:p>
            <a:r>
              <a:t>xx%</a:t>
            </a:r>
          </a:p>
        </p:txBody>
      </p:sp>
      <p:sp>
        <p:nvSpPr>
          <p:cNvPr id="59" name="Google Shape;59;p12"/>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4" name="Shape 64"/>
        <p:cNvGrpSpPr/>
        <p:nvPr/>
      </p:nvGrpSpPr>
      <p:grpSpPr>
        <a:xfrm>
          <a:off x="0" y="0"/>
          <a:ext cx="0" cy="0"/>
          <a:chOff x="0" y="0"/>
          <a:chExt cx="0" cy="0"/>
        </a:xfrm>
      </p:grpSpPr>
      <p:sp>
        <p:nvSpPr>
          <p:cNvPr id="65" name="Google Shape;65;p14"/>
          <p:cNvSpPr txBox="1"/>
          <p:nvPr>
            <p:ph type="ctrTitle"/>
          </p:nvPr>
        </p:nvSpPr>
        <p:spPr>
          <a:xfrm>
            <a:off x="311708" y="744575"/>
            <a:ext cx="8520600" cy="2052600"/>
          </a:xfrm>
          <a:prstGeom prst="rect">
            <a:avLst/>
          </a:prstGeom>
          <a:noFill/>
          <a:ln>
            <a:noFill/>
          </a:ln>
        </p:spPr>
        <p:txBody>
          <a:bodyPr anchorCtr="0" anchor="b" bIns="93500" lIns="93500" spcFirstLastPara="1" rIns="93500" wrap="square" tIns="93500">
            <a:normAutofit/>
          </a:bodyPr>
          <a:lstStyle>
            <a:lvl1pPr lvl="0" algn="ctr">
              <a:lnSpc>
                <a:spcPct val="100000"/>
              </a:lnSpc>
              <a:spcBef>
                <a:spcPts val="0"/>
              </a:spcBef>
              <a:spcAft>
                <a:spcPts val="0"/>
              </a:spcAft>
              <a:buSzPts val="5300"/>
              <a:buNone/>
              <a:defRPr sz="5300"/>
            </a:lvl1pPr>
            <a:lvl2pPr lvl="1" algn="ctr">
              <a:lnSpc>
                <a:spcPct val="100000"/>
              </a:lnSpc>
              <a:spcBef>
                <a:spcPts val="0"/>
              </a:spcBef>
              <a:spcAft>
                <a:spcPts val="0"/>
              </a:spcAft>
              <a:buSzPts val="5300"/>
              <a:buNone/>
              <a:defRPr sz="5300"/>
            </a:lvl2pPr>
            <a:lvl3pPr lvl="2" algn="ctr">
              <a:lnSpc>
                <a:spcPct val="100000"/>
              </a:lnSpc>
              <a:spcBef>
                <a:spcPts val="0"/>
              </a:spcBef>
              <a:spcAft>
                <a:spcPts val="0"/>
              </a:spcAft>
              <a:buSzPts val="5300"/>
              <a:buNone/>
              <a:defRPr sz="5300"/>
            </a:lvl3pPr>
            <a:lvl4pPr lvl="3" algn="ctr">
              <a:lnSpc>
                <a:spcPct val="100000"/>
              </a:lnSpc>
              <a:spcBef>
                <a:spcPts val="0"/>
              </a:spcBef>
              <a:spcAft>
                <a:spcPts val="0"/>
              </a:spcAft>
              <a:buSzPts val="5300"/>
              <a:buNone/>
              <a:defRPr sz="5300"/>
            </a:lvl4pPr>
            <a:lvl5pPr lvl="4" algn="ctr">
              <a:lnSpc>
                <a:spcPct val="100000"/>
              </a:lnSpc>
              <a:spcBef>
                <a:spcPts val="0"/>
              </a:spcBef>
              <a:spcAft>
                <a:spcPts val="0"/>
              </a:spcAft>
              <a:buSzPts val="5300"/>
              <a:buNone/>
              <a:defRPr sz="5300"/>
            </a:lvl5pPr>
            <a:lvl6pPr lvl="5" algn="ctr">
              <a:lnSpc>
                <a:spcPct val="100000"/>
              </a:lnSpc>
              <a:spcBef>
                <a:spcPts val="0"/>
              </a:spcBef>
              <a:spcAft>
                <a:spcPts val="0"/>
              </a:spcAft>
              <a:buSzPts val="5300"/>
              <a:buNone/>
              <a:defRPr sz="5300"/>
            </a:lvl6pPr>
            <a:lvl7pPr lvl="6" algn="ctr">
              <a:lnSpc>
                <a:spcPct val="100000"/>
              </a:lnSpc>
              <a:spcBef>
                <a:spcPts val="0"/>
              </a:spcBef>
              <a:spcAft>
                <a:spcPts val="0"/>
              </a:spcAft>
              <a:buSzPts val="5300"/>
              <a:buNone/>
              <a:defRPr sz="5300"/>
            </a:lvl7pPr>
            <a:lvl8pPr lvl="7" algn="ctr">
              <a:lnSpc>
                <a:spcPct val="100000"/>
              </a:lnSpc>
              <a:spcBef>
                <a:spcPts val="0"/>
              </a:spcBef>
              <a:spcAft>
                <a:spcPts val="0"/>
              </a:spcAft>
              <a:buSzPts val="5300"/>
              <a:buNone/>
              <a:defRPr sz="5300"/>
            </a:lvl8pPr>
            <a:lvl9pPr lvl="8" algn="ctr">
              <a:lnSpc>
                <a:spcPct val="100000"/>
              </a:lnSpc>
              <a:spcBef>
                <a:spcPts val="0"/>
              </a:spcBef>
              <a:spcAft>
                <a:spcPts val="0"/>
              </a:spcAft>
              <a:buSzPts val="5300"/>
              <a:buNone/>
              <a:defRPr sz="5300"/>
            </a:lvl9pPr>
          </a:lstStyle>
          <a:p/>
        </p:txBody>
      </p:sp>
      <p:sp>
        <p:nvSpPr>
          <p:cNvPr id="66" name="Google Shape;66;p14"/>
          <p:cNvSpPr txBox="1"/>
          <p:nvPr>
            <p:ph idx="1" type="subTitle"/>
          </p:nvPr>
        </p:nvSpPr>
        <p:spPr>
          <a:xfrm>
            <a:off x="311700" y="2834125"/>
            <a:ext cx="8520600" cy="792600"/>
          </a:xfrm>
          <a:prstGeom prst="rect">
            <a:avLst/>
          </a:prstGeom>
          <a:noFill/>
          <a:ln>
            <a:noFill/>
          </a:ln>
        </p:spPr>
        <p:txBody>
          <a:bodyPr anchorCtr="0" anchor="t" bIns="93500" lIns="93500" spcFirstLastPara="1" rIns="93500" wrap="square" tIns="93500">
            <a:norm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
        <p:nvSpPr>
          <p:cNvPr id="67" name="Google Shape;67;p14"/>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5"/>
          <p:cNvSpPr txBox="1"/>
          <p:nvPr>
            <p:ph type="title"/>
          </p:nvPr>
        </p:nvSpPr>
        <p:spPr>
          <a:xfrm>
            <a:off x="311700" y="2150850"/>
            <a:ext cx="8520600" cy="841800"/>
          </a:xfrm>
          <a:prstGeom prst="rect">
            <a:avLst/>
          </a:prstGeom>
          <a:noFill/>
          <a:ln>
            <a:noFill/>
          </a:ln>
        </p:spPr>
        <p:txBody>
          <a:bodyPr anchorCtr="0" anchor="ctr" bIns="93500" lIns="93500" spcFirstLastPara="1" rIns="93500" wrap="square" tIns="935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70" name="Google Shape;70;p15"/>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noFill/>
          <a:ln>
            <a:noFill/>
          </a:ln>
        </p:spPr>
        <p:txBody>
          <a:bodyPr anchorCtr="0" anchor="t" bIns="93500" lIns="93500" spcFirstLastPara="1" rIns="93500" wrap="square" tIns="93500">
            <a:normAutofit/>
          </a:bodyPr>
          <a:lstStyle>
            <a:lvl1pPr lvl="0" algn="l">
              <a:lnSpc>
                <a:spcPct val="100000"/>
              </a:lnSpc>
              <a:spcBef>
                <a:spcPts val="0"/>
              </a:spcBef>
              <a:spcAft>
                <a:spcPts val="0"/>
              </a:spcAft>
              <a:buSzPts val="2900"/>
              <a:buNone/>
              <a:defRPr/>
            </a:lvl1pPr>
            <a:lvl2pPr lvl="1" algn="l">
              <a:lnSpc>
                <a:spcPct val="100000"/>
              </a:lnSpc>
              <a:spcBef>
                <a:spcPts val="0"/>
              </a:spcBef>
              <a:spcAft>
                <a:spcPts val="0"/>
              </a:spcAft>
              <a:buSzPts val="2900"/>
              <a:buNone/>
              <a:defRPr/>
            </a:lvl2pPr>
            <a:lvl3pPr lvl="2" algn="l">
              <a:lnSpc>
                <a:spcPct val="100000"/>
              </a:lnSpc>
              <a:spcBef>
                <a:spcPts val="0"/>
              </a:spcBef>
              <a:spcAft>
                <a:spcPts val="0"/>
              </a:spcAft>
              <a:buSzPts val="2900"/>
              <a:buNone/>
              <a:defRPr/>
            </a:lvl3pPr>
            <a:lvl4pPr lvl="3" algn="l">
              <a:lnSpc>
                <a:spcPct val="100000"/>
              </a:lnSpc>
              <a:spcBef>
                <a:spcPts val="0"/>
              </a:spcBef>
              <a:spcAft>
                <a:spcPts val="0"/>
              </a:spcAft>
              <a:buSzPts val="2900"/>
              <a:buNone/>
              <a:defRPr/>
            </a:lvl4pPr>
            <a:lvl5pPr lvl="4" algn="l">
              <a:lnSpc>
                <a:spcPct val="100000"/>
              </a:lnSpc>
              <a:spcBef>
                <a:spcPts val="0"/>
              </a:spcBef>
              <a:spcAft>
                <a:spcPts val="0"/>
              </a:spcAft>
              <a:buSzPts val="2900"/>
              <a:buNone/>
              <a:defRPr/>
            </a:lvl5pPr>
            <a:lvl6pPr lvl="5" algn="l">
              <a:lnSpc>
                <a:spcPct val="100000"/>
              </a:lnSpc>
              <a:spcBef>
                <a:spcPts val="0"/>
              </a:spcBef>
              <a:spcAft>
                <a:spcPts val="0"/>
              </a:spcAft>
              <a:buSzPts val="2900"/>
              <a:buNone/>
              <a:defRPr/>
            </a:lvl6pPr>
            <a:lvl7pPr lvl="6" algn="l">
              <a:lnSpc>
                <a:spcPct val="100000"/>
              </a:lnSpc>
              <a:spcBef>
                <a:spcPts val="0"/>
              </a:spcBef>
              <a:spcAft>
                <a:spcPts val="0"/>
              </a:spcAft>
              <a:buSzPts val="2900"/>
              <a:buNone/>
              <a:defRPr/>
            </a:lvl7pPr>
            <a:lvl8pPr lvl="7" algn="l">
              <a:lnSpc>
                <a:spcPct val="100000"/>
              </a:lnSpc>
              <a:spcBef>
                <a:spcPts val="0"/>
              </a:spcBef>
              <a:spcAft>
                <a:spcPts val="0"/>
              </a:spcAft>
              <a:buSzPts val="2900"/>
              <a:buNone/>
              <a:defRPr/>
            </a:lvl8pPr>
            <a:lvl9pPr lvl="8" algn="l">
              <a:lnSpc>
                <a:spcPct val="100000"/>
              </a:lnSpc>
              <a:spcBef>
                <a:spcPts val="0"/>
              </a:spcBef>
              <a:spcAft>
                <a:spcPts val="0"/>
              </a:spcAft>
              <a:buSzPts val="2900"/>
              <a:buNone/>
              <a:defRPr/>
            </a:lvl9pPr>
          </a:lstStyle>
          <a:p/>
        </p:txBody>
      </p:sp>
      <p:sp>
        <p:nvSpPr>
          <p:cNvPr id="73" name="Google Shape;73;p16"/>
          <p:cNvSpPr txBox="1"/>
          <p:nvPr>
            <p:ph idx="1" type="body"/>
          </p:nvPr>
        </p:nvSpPr>
        <p:spPr>
          <a:xfrm>
            <a:off x="311700" y="1152475"/>
            <a:ext cx="8520600" cy="3416400"/>
          </a:xfrm>
          <a:prstGeom prst="rect">
            <a:avLst/>
          </a:prstGeom>
          <a:noFill/>
          <a:ln>
            <a:noFill/>
          </a:ln>
        </p:spPr>
        <p:txBody>
          <a:bodyPr anchorCtr="0" anchor="t" bIns="93500" lIns="93500" spcFirstLastPara="1" rIns="93500" wrap="square" tIns="9350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a:noFill/>
          <a:ln>
            <a:noFill/>
          </a:ln>
        </p:spPr>
        <p:txBody>
          <a:bodyPr anchorCtr="0" anchor="t" bIns="93500" lIns="93500" spcFirstLastPara="1" rIns="93500" wrap="square" tIns="93500">
            <a:normAutofit/>
          </a:bodyPr>
          <a:lstStyle>
            <a:lvl1pPr lvl="0" algn="l">
              <a:lnSpc>
                <a:spcPct val="100000"/>
              </a:lnSpc>
              <a:spcBef>
                <a:spcPts val="0"/>
              </a:spcBef>
              <a:spcAft>
                <a:spcPts val="0"/>
              </a:spcAft>
              <a:buSzPts val="2900"/>
              <a:buNone/>
              <a:defRPr/>
            </a:lvl1pPr>
            <a:lvl2pPr lvl="1" algn="l">
              <a:lnSpc>
                <a:spcPct val="100000"/>
              </a:lnSpc>
              <a:spcBef>
                <a:spcPts val="0"/>
              </a:spcBef>
              <a:spcAft>
                <a:spcPts val="0"/>
              </a:spcAft>
              <a:buSzPts val="2900"/>
              <a:buNone/>
              <a:defRPr/>
            </a:lvl2pPr>
            <a:lvl3pPr lvl="2" algn="l">
              <a:lnSpc>
                <a:spcPct val="100000"/>
              </a:lnSpc>
              <a:spcBef>
                <a:spcPts val="0"/>
              </a:spcBef>
              <a:spcAft>
                <a:spcPts val="0"/>
              </a:spcAft>
              <a:buSzPts val="2900"/>
              <a:buNone/>
              <a:defRPr/>
            </a:lvl3pPr>
            <a:lvl4pPr lvl="3" algn="l">
              <a:lnSpc>
                <a:spcPct val="100000"/>
              </a:lnSpc>
              <a:spcBef>
                <a:spcPts val="0"/>
              </a:spcBef>
              <a:spcAft>
                <a:spcPts val="0"/>
              </a:spcAft>
              <a:buSzPts val="2900"/>
              <a:buNone/>
              <a:defRPr/>
            </a:lvl4pPr>
            <a:lvl5pPr lvl="4" algn="l">
              <a:lnSpc>
                <a:spcPct val="100000"/>
              </a:lnSpc>
              <a:spcBef>
                <a:spcPts val="0"/>
              </a:spcBef>
              <a:spcAft>
                <a:spcPts val="0"/>
              </a:spcAft>
              <a:buSzPts val="2900"/>
              <a:buNone/>
              <a:defRPr/>
            </a:lvl5pPr>
            <a:lvl6pPr lvl="5" algn="l">
              <a:lnSpc>
                <a:spcPct val="100000"/>
              </a:lnSpc>
              <a:spcBef>
                <a:spcPts val="0"/>
              </a:spcBef>
              <a:spcAft>
                <a:spcPts val="0"/>
              </a:spcAft>
              <a:buSzPts val="2900"/>
              <a:buNone/>
              <a:defRPr/>
            </a:lvl6pPr>
            <a:lvl7pPr lvl="6" algn="l">
              <a:lnSpc>
                <a:spcPct val="100000"/>
              </a:lnSpc>
              <a:spcBef>
                <a:spcPts val="0"/>
              </a:spcBef>
              <a:spcAft>
                <a:spcPts val="0"/>
              </a:spcAft>
              <a:buSzPts val="2900"/>
              <a:buNone/>
              <a:defRPr/>
            </a:lvl7pPr>
            <a:lvl8pPr lvl="7" algn="l">
              <a:lnSpc>
                <a:spcPct val="100000"/>
              </a:lnSpc>
              <a:spcBef>
                <a:spcPts val="0"/>
              </a:spcBef>
              <a:spcAft>
                <a:spcPts val="0"/>
              </a:spcAft>
              <a:buSzPts val="2900"/>
              <a:buNone/>
              <a:defRPr/>
            </a:lvl8pPr>
            <a:lvl9pPr lvl="8" algn="l">
              <a:lnSpc>
                <a:spcPct val="100000"/>
              </a:lnSpc>
              <a:spcBef>
                <a:spcPts val="0"/>
              </a:spcBef>
              <a:spcAft>
                <a:spcPts val="0"/>
              </a:spcAft>
              <a:buSzPts val="2900"/>
              <a:buNone/>
              <a:defRPr/>
            </a:lvl9pPr>
          </a:lstStyle>
          <a:p/>
        </p:txBody>
      </p:sp>
      <p:sp>
        <p:nvSpPr>
          <p:cNvPr id="77" name="Google Shape;77;p17"/>
          <p:cNvSpPr txBox="1"/>
          <p:nvPr>
            <p:ph idx="1" type="body"/>
          </p:nvPr>
        </p:nvSpPr>
        <p:spPr>
          <a:xfrm>
            <a:off x="311700" y="1152475"/>
            <a:ext cx="3999900" cy="3416400"/>
          </a:xfrm>
          <a:prstGeom prst="rect">
            <a:avLst/>
          </a:prstGeom>
          <a:noFill/>
          <a:ln>
            <a:noFill/>
          </a:ln>
        </p:spPr>
        <p:txBody>
          <a:bodyPr anchorCtr="0" anchor="t" bIns="93500" lIns="93500" spcFirstLastPara="1" rIns="93500" wrap="square" tIns="9350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17"/>
          <p:cNvSpPr txBox="1"/>
          <p:nvPr>
            <p:ph idx="2" type="body"/>
          </p:nvPr>
        </p:nvSpPr>
        <p:spPr>
          <a:xfrm>
            <a:off x="4832400" y="1152475"/>
            <a:ext cx="3999900" cy="3416400"/>
          </a:xfrm>
          <a:prstGeom prst="rect">
            <a:avLst/>
          </a:prstGeom>
          <a:noFill/>
          <a:ln>
            <a:noFill/>
          </a:ln>
        </p:spPr>
        <p:txBody>
          <a:bodyPr anchorCtr="0" anchor="t" bIns="93500" lIns="93500" spcFirstLastPara="1" rIns="93500" wrap="square" tIns="9350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a:noFill/>
          <a:ln>
            <a:noFill/>
          </a:ln>
        </p:spPr>
        <p:txBody>
          <a:bodyPr anchorCtr="0" anchor="t" bIns="93500" lIns="93500" spcFirstLastPara="1" rIns="93500" wrap="square" tIns="93500">
            <a:normAutofit/>
          </a:bodyPr>
          <a:lstStyle>
            <a:lvl1pPr lvl="0" algn="l">
              <a:lnSpc>
                <a:spcPct val="100000"/>
              </a:lnSpc>
              <a:spcBef>
                <a:spcPts val="0"/>
              </a:spcBef>
              <a:spcAft>
                <a:spcPts val="0"/>
              </a:spcAft>
              <a:buSzPts val="2900"/>
              <a:buNone/>
              <a:defRPr/>
            </a:lvl1pPr>
            <a:lvl2pPr lvl="1" algn="l">
              <a:lnSpc>
                <a:spcPct val="100000"/>
              </a:lnSpc>
              <a:spcBef>
                <a:spcPts val="0"/>
              </a:spcBef>
              <a:spcAft>
                <a:spcPts val="0"/>
              </a:spcAft>
              <a:buSzPts val="2900"/>
              <a:buNone/>
              <a:defRPr/>
            </a:lvl2pPr>
            <a:lvl3pPr lvl="2" algn="l">
              <a:lnSpc>
                <a:spcPct val="100000"/>
              </a:lnSpc>
              <a:spcBef>
                <a:spcPts val="0"/>
              </a:spcBef>
              <a:spcAft>
                <a:spcPts val="0"/>
              </a:spcAft>
              <a:buSzPts val="2900"/>
              <a:buNone/>
              <a:defRPr/>
            </a:lvl3pPr>
            <a:lvl4pPr lvl="3" algn="l">
              <a:lnSpc>
                <a:spcPct val="100000"/>
              </a:lnSpc>
              <a:spcBef>
                <a:spcPts val="0"/>
              </a:spcBef>
              <a:spcAft>
                <a:spcPts val="0"/>
              </a:spcAft>
              <a:buSzPts val="2900"/>
              <a:buNone/>
              <a:defRPr/>
            </a:lvl4pPr>
            <a:lvl5pPr lvl="4" algn="l">
              <a:lnSpc>
                <a:spcPct val="100000"/>
              </a:lnSpc>
              <a:spcBef>
                <a:spcPts val="0"/>
              </a:spcBef>
              <a:spcAft>
                <a:spcPts val="0"/>
              </a:spcAft>
              <a:buSzPts val="2900"/>
              <a:buNone/>
              <a:defRPr/>
            </a:lvl5pPr>
            <a:lvl6pPr lvl="5" algn="l">
              <a:lnSpc>
                <a:spcPct val="100000"/>
              </a:lnSpc>
              <a:spcBef>
                <a:spcPts val="0"/>
              </a:spcBef>
              <a:spcAft>
                <a:spcPts val="0"/>
              </a:spcAft>
              <a:buSzPts val="2900"/>
              <a:buNone/>
              <a:defRPr/>
            </a:lvl6pPr>
            <a:lvl7pPr lvl="6" algn="l">
              <a:lnSpc>
                <a:spcPct val="100000"/>
              </a:lnSpc>
              <a:spcBef>
                <a:spcPts val="0"/>
              </a:spcBef>
              <a:spcAft>
                <a:spcPts val="0"/>
              </a:spcAft>
              <a:buSzPts val="2900"/>
              <a:buNone/>
              <a:defRPr/>
            </a:lvl7pPr>
            <a:lvl8pPr lvl="7" algn="l">
              <a:lnSpc>
                <a:spcPct val="100000"/>
              </a:lnSpc>
              <a:spcBef>
                <a:spcPts val="0"/>
              </a:spcBef>
              <a:spcAft>
                <a:spcPts val="0"/>
              </a:spcAft>
              <a:buSzPts val="2900"/>
              <a:buNone/>
              <a:defRPr/>
            </a:lvl8pPr>
            <a:lvl9pPr lvl="8" algn="l">
              <a:lnSpc>
                <a:spcPct val="100000"/>
              </a:lnSpc>
              <a:spcBef>
                <a:spcPts val="0"/>
              </a:spcBef>
              <a:spcAft>
                <a:spcPts val="0"/>
              </a:spcAft>
              <a:buSzPts val="2900"/>
              <a:buNone/>
              <a:defRPr/>
            </a:lvl9pPr>
          </a:lstStyle>
          <a:p/>
        </p:txBody>
      </p:sp>
      <p:sp>
        <p:nvSpPr>
          <p:cNvPr id="82" name="Google Shape;82;p18"/>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a:noFill/>
          <a:ln>
            <a:noFill/>
          </a:ln>
        </p:spPr>
        <p:txBody>
          <a:bodyPr anchorCtr="0" anchor="b" bIns="93500" lIns="93500" spcFirstLastPara="1" rIns="93500" wrap="square" tIns="93500">
            <a:norm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85" name="Google Shape;85;p19"/>
          <p:cNvSpPr txBox="1"/>
          <p:nvPr>
            <p:ph idx="1" type="body"/>
          </p:nvPr>
        </p:nvSpPr>
        <p:spPr>
          <a:xfrm>
            <a:off x="311700" y="1389600"/>
            <a:ext cx="2808000" cy="3179400"/>
          </a:xfrm>
          <a:prstGeom prst="rect">
            <a:avLst/>
          </a:prstGeom>
          <a:noFill/>
          <a:ln>
            <a:noFill/>
          </a:ln>
        </p:spPr>
        <p:txBody>
          <a:bodyPr anchorCtr="0" anchor="t" bIns="93500" lIns="93500" spcFirstLastPara="1" rIns="93500" wrap="square" tIns="93500">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7" name="Shape 87"/>
        <p:cNvGrpSpPr/>
        <p:nvPr/>
      </p:nvGrpSpPr>
      <p:grpSpPr>
        <a:xfrm>
          <a:off x="0" y="0"/>
          <a:ext cx="0" cy="0"/>
          <a:chOff x="0" y="0"/>
          <a:chExt cx="0" cy="0"/>
        </a:xfrm>
      </p:grpSpPr>
      <p:sp>
        <p:nvSpPr>
          <p:cNvPr id="88" name="Google Shape;88;p20"/>
          <p:cNvSpPr txBox="1"/>
          <p:nvPr>
            <p:ph type="title"/>
          </p:nvPr>
        </p:nvSpPr>
        <p:spPr>
          <a:xfrm>
            <a:off x="490250" y="450150"/>
            <a:ext cx="6367800" cy="4090800"/>
          </a:xfrm>
          <a:prstGeom prst="rect">
            <a:avLst/>
          </a:prstGeom>
          <a:noFill/>
          <a:ln>
            <a:noFill/>
          </a:ln>
        </p:spPr>
        <p:txBody>
          <a:bodyPr anchorCtr="0" anchor="ctr" bIns="93500" lIns="93500" spcFirstLastPara="1" rIns="93500" wrap="square" tIns="93500">
            <a:normAutofit/>
          </a:bodyPr>
          <a:lstStyle>
            <a:lvl1pPr lvl="0" algn="l">
              <a:lnSpc>
                <a:spcPct val="100000"/>
              </a:lnSpc>
              <a:spcBef>
                <a:spcPts val="0"/>
              </a:spcBef>
              <a:spcAft>
                <a:spcPts val="0"/>
              </a:spcAft>
              <a:buSzPts val="4900"/>
              <a:buNone/>
              <a:defRPr sz="4900"/>
            </a:lvl1pPr>
            <a:lvl2pPr lvl="1" algn="l">
              <a:lnSpc>
                <a:spcPct val="100000"/>
              </a:lnSpc>
              <a:spcBef>
                <a:spcPts val="0"/>
              </a:spcBef>
              <a:spcAft>
                <a:spcPts val="0"/>
              </a:spcAft>
              <a:buSzPts val="4900"/>
              <a:buNone/>
              <a:defRPr sz="4900"/>
            </a:lvl2pPr>
            <a:lvl3pPr lvl="2" algn="l">
              <a:lnSpc>
                <a:spcPct val="100000"/>
              </a:lnSpc>
              <a:spcBef>
                <a:spcPts val="0"/>
              </a:spcBef>
              <a:spcAft>
                <a:spcPts val="0"/>
              </a:spcAft>
              <a:buSzPts val="4900"/>
              <a:buNone/>
              <a:defRPr sz="4900"/>
            </a:lvl3pPr>
            <a:lvl4pPr lvl="3" algn="l">
              <a:lnSpc>
                <a:spcPct val="100000"/>
              </a:lnSpc>
              <a:spcBef>
                <a:spcPts val="0"/>
              </a:spcBef>
              <a:spcAft>
                <a:spcPts val="0"/>
              </a:spcAft>
              <a:buSzPts val="4900"/>
              <a:buNone/>
              <a:defRPr sz="4900"/>
            </a:lvl4pPr>
            <a:lvl5pPr lvl="4" algn="l">
              <a:lnSpc>
                <a:spcPct val="100000"/>
              </a:lnSpc>
              <a:spcBef>
                <a:spcPts val="0"/>
              </a:spcBef>
              <a:spcAft>
                <a:spcPts val="0"/>
              </a:spcAft>
              <a:buSzPts val="4900"/>
              <a:buNone/>
              <a:defRPr sz="4900"/>
            </a:lvl5pPr>
            <a:lvl6pPr lvl="5" algn="l">
              <a:lnSpc>
                <a:spcPct val="100000"/>
              </a:lnSpc>
              <a:spcBef>
                <a:spcPts val="0"/>
              </a:spcBef>
              <a:spcAft>
                <a:spcPts val="0"/>
              </a:spcAft>
              <a:buSzPts val="4900"/>
              <a:buNone/>
              <a:defRPr sz="4900"/>
            </a:lvl6pPr>
            <a:lvl7pPr lvl="6" algn="l">
              <a:lnSpc>
                <a:spcPct val="100000"/>
              </a:lnSpc>
              <a:spcBef>
                <a:spcPts val="0"/>
              </a:spcBef>
              <a:spcAft>
                <a:spcPts val="0"/>
              </a:spcAft>
              <a:buSzPts val="4900"/>
              <a:buNone/>
              <a:defRPr sz="4900"/>
            </a:lvl7pPr>
            <a:lvl8pPr lvl="7" algn="l">
              <a:lnSpc>
                <a:spcPct val="100000"/>
              </a:lnSpc>
              <a:spcBef>
                <a:spcPts val="0"/>
              </a:spcBef>
              <a:spcAft>
                <a:spcPts val="0"/>
              </a:spcAft>
              <a:buSzPts val="4900"/>
              <a:buNone/>
              <a:defRPr sz="4900"/>
            </a:lvl8pPr>
            <a:lvl9pPr lvl="8" algn="l">
              <a:lnSpc>
                <a:spcPct val="100000"/>
              </a:lnSpc>
              <a:spcBef>
                <a:spcPts val="0"/>
              </a:spcBef>
              <a:spcAft>
                <a:spcPts val="0"/>
              </a:spcAft>
              <a:buSzPts val="4900"/>
              <a:buNone/>
              <a:defRPr sz="4900"/>
            </a:lvl9pPr>
          </a:lstStyle>
          <a:p/>
        </p:txBody>
      </p:sp>
      <p:sp>
        <p:nvSpPr>
          <p:cNvPr id="89" name="Google Shape;89;p20"/>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125"/>
            <a:ext cx="4572000" cy="5143500"/>
          </a:xfrm>
          <a:prstGeom prst="rect">
            <a:avLst/>
          </a:prstGeom>
          <a:solidFill>
            <a:schemeClr val="lt2"/>
          </a:solidFill>
          <a:ln>
            <a:noFill/>
          </a:ln>
        </p:spPr>
        <p:txBody>
          <a:bodyPr anchorCtr="0" anchor="ctr" bIns="93500" lIns="93500" spcFirstLastPara="1" rIns="93500" wrap="square" tIns="935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1"/>
          <p:cNvSpPr txBox="1"/>
          <p:nvPr>
            <p:ph type="title"/>
          </p:nvPr>
        </p:nvSpPr>
        <p:spPr>
          <a:xfrm>
            <a:off x="265500" y="1233175"/>
            <a:ext cx="4045200" cy="1482300"/>
          </a:xfrm>
          <a:prstGeom prst="rect">
            <a:avLst/>
          </a:prstGeom>
          <a:noFill/>
          <a:ln>
            <a:noFill/>
          </a:ln>
        </p:spPr>
        <p:txBody>
          <a:bodyPr anchorCtr="0" anchor="b" bIns="93500" lIns="93500" spcFirstLastPara="1" rIns="93500" wrap="square" tIns="93500">
            <a:normAutofit/>
          </a:bodyPr>
          <a:lstStyle>
            <a:lvl1pPr lvl="0" algn="ctr">
              <a:lnSpc>
                <a:spcPct val="100000"/>
              </a:lnSpc>
              <a:spcBef>
                <a:spcPts val="0"/>
              </a:spcBef>
              <a:spcAft>
                <a:spcPts val="0"/>
              </a:spcAft>
              <a:buSzPts val="4300"/>
              <a:buNone/>
              <a:defRPr sz="4300"/>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93" name="Google Shape;93;p21"/>
          <p:cNvSpPr txBox="1"/>
          <p:nvPr>
            <p:ph idx="1" type="subTitle"/>
          </p:nvPr>
        </p:nvSpPr>
        <p:spPr>
          <a:xfrm>
            <a:off x="265500" y="2803075"/>
            <a:ext cx="4045200" cy="1235100"/>
          </a:xfrm>
          <a:prstGeom prst="rect">
            <a:avLst/>
          </a:prstGeom>
          <a:noFill/>
          <a:ln>
            <a:noFill/>
          </a:ln>
        </p:spPr>
        <p:txBody>
          <a:bodyPr anchorCtr="0" anchor="t" bIns="93500" lIns="93500" spcFirstLastPara="1" rIns="93500" wrap="square" tIns="9350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4" name="Google Shape;94;p21"/>
          <p:cNvSpPr txBox="1"/>
          <p:nvPr>
            <p:ph idx="2" type="body"/>
          </p:nvPr>
        </p:nvSpPr>
        <p:spPr>
          <a:xfrm>
            <a:off x="4939500" y="724075"/>
            <a:ext cx="3837000" cy="3695100"/>
          </a:xfrm>
          <a:prstGeom prst="rect">
            <a:avLst/>
          </a:prstGeom>
          <a:noFill/>
          <a:ln>
            <a:noFill/>
          </a:ln>
        </p:spPr>
        <p:txBody>
          <a:bodyPr anchorCtr="0" anchor="ctr" bIns="93500" lIns="93500" spcFirstLastPara="1" rIns="93500" wrap="square" tIns="9350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5" name="Google Shape;95;p21"/>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22"/>
          <p:cNvSpPr txBox="1"/>
          <p:nvPr>
            <p:ph idx="1" type="body"/>
          </p:nvPr>
        </p:nvSpPr>
        <p:spPr>
          <a:xfrm>
            <a:off x="311700" y="4230575"/>
            <a:ext cx="5998800" cy="605100"/>
          </a:xfrm>
          <a:prstGeom prst="rect">
            <a:avLst/>
          </a:prstGeom>
          <a:noFill/>
          <a:ln>
            <a:noFill/>
          </a:ln>
        </p:spPr>
        <p:txBody>
          <a:bodyPr anchorCtr="0" anchor="ctr" bIns="93500" lIns="93500" spcFirstLastPara="1" rIns="93500" wrap="square" tIns="93500">
            <a:normAutofit/>
          </a:bodyPr>
          <a:lstStyle>
            <a:lvl1pPr indent="-228600" lvl="0" marL="457200" algn="l">
              <a:lnSpc>
                <a:spcPct val="100000"/>
              </a:lnSpc>
              <a:spcBef>
                <a:spcPts val="0"/>
              </a:spcBef>
              <a:spcAft>
                <a:spcPts val="0"/>
              </a:spcAft>
              <a:buSzPts val="1800"/>
              <a:buNone/>
              <a:defRPr/>
            </a:lvl1pPr>
          </a:lstStyle>
          <a:p/>
        </p:txBody>
      </p:sp>
      <p:sp>
        <p:nvSpPr>
          <p:cNvPr id="98" name="Google Shape;98;p22"/>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9" name="Shape 99"/>
        <p:cNvGrpSpPr/>
        <p:nvPr/>
      </p:nvGrpSpPr>
      <p:grpSpPr>
        <a:xfrm>
          <a:off x="0" y="0"/>
          <a:ext cx="0" cy="0"/>
          <a:chOff x="0" y="0"/>
          <a:chExt cx="0" cy="0"/>
        </a:xfrm>
      </p:grpSpPr>
      <p:sp>
        <p:nvSpPr>
          <p:cNvPr id="100" name="Google Shape;100;p23"/>
          <p:cNvSpPr txBox="1"/>
          <p:nvPr>
            <p:ph hasCustomPrompt="1" type="title"/>
          </p:nvPr>
        </p:nvSpPr>
        <p:spPr>
          <a:xfrm>
            <a:off x="311700" y="1106125"/>
            <a:ext cx="8520600" cy="1963500"/>
          </a:xfrm>
          <a:prstGeom prst="rect">
            <a:avLst/>
          </a:prstGeom>
          <a:noFill/>
          <a:ln>
            <a:noFill/>
          </a:ln>
        </p:spPr>
        <p:txBody>
          <a:bodyPr anchorCtr="0" anchor="b" bIns="93500" lIns="93500" spcFirstLastPara="1" rIns="93500" wrap="square" tIns="93500">
            <a:normAutofit/>
          </a:bodyPr>
          <a:lstStyle>
            <a:lvl1pPr lvl="0" algn="ctr">
              <a:lnSpc>
                <a:spcPct val="100000"/>
              </a:lnSpc>
              <a:spcBef>
                <a:spcPts val="0"/>
              </a:spcBef>
              <a:spcAft>
                <a:spcPts val="0"/>
              </a:spcAft>
              <a:buSzPts val="12200"/>
              <a:buNone/>
              <a:defRPr sz="12200"/>
            </a:lvl1pPr>
            <a:lvl2pPr lvl="1" algn="ctr">
              <a:lnSpc>
                <a:spcPct val="100000"/>
              </a:lnSpc>
              <a:spcBef>
                <a:spcPts val="0"/>
              </a:spcBef>
              <a:spcAft>
                <a:spcPts val="0"/>
              </a:spcAft>
              <a:buSzPts val="12200"/>
              <a:buNone/>
              <a:defRPr sz="12200"/>
            </a:lvl2pPr>
            <a:lvl3pPr lvl="2" algn="ctr">
              <a:lnSpc>
                <a:spcPct val="100000"/>
              </a:lnSpc>
              <a:spcBef>
                <a:spcPts val="0"/>
              </a:spcBef>
              <a:spcAft>
                <a:spcPts val="0"/>
              </a:spcAft>
              <a:buSzPts val="12200"/>
              <a:buNone/>
              <a:defRPr sz="12200"/>
            </a:lvl3pPr>
            <a:lvl4pPr lvl="3" algn="ctr">
              <a:lnSpc>
                <a:spcPct val="100000"/>
              </a:lnSpc>
              <a:spcBef>
                <a:spcPts val="0"/>
              </a:spcBef>
              <a:spcAft>
                <a:spcPts val="0"/>
              </a:spcAft>
              <a:buSzPts val="12200"/>
              <a:buNone/>
              <a:defRPr sz="12200"/>
            </a:lvl4pPr>
            <a:lvl5pPr lvl="4" algn="ctr">
              <a:lnSpc>
                <a:spcPct val="100000"/>
              </a:lnSpc>
              <a:spcBef>
                <a:spcPts val="0"/>
              </a:spcBef>
              <a:spcAft>
                <a:spcPts val="0"/>
              </a:spcAft>
              <a:buSzPts val="12200"/>
              <a:buNone/>
              <a:defRPr sz="12200"/>
            </a:lvl5pPr>
            <a:lvl6pPr lvl="5" algn="ctr">
              <a:lnSpc>
                <a:spcPct val="100000"/>
              </a:lnSpc>
              <a:spcBef>
                <a:spcPts val="0"/>
              </a:spcBef>
              <a:spcAft>
                <a:spcPts val="0"/>
              </a:spcAft>
              <a:buSzPts val="12200"/>
              <a:buNone/>
              <a:defRPr sz="12200"/>
            </a:lvl6pPr>
            <a:lvl7pPr lvl="6" algn="ctr">
              <a:lnSpc>
                <a:spcPct val="100000"/>
              </a:lnSpc>
              <a:spcBef>
                <a:spcPts val="0"/>
              </a:spcBef>
              <a:spcAft>
                <a:spcPts val="0"/>
              </a:spcAft>
              <a:buSzPts val="12200"/>
              <a:buNone/>
              <a:defRPr sz="12200"/>
            </a:lvl7pPr>
            <a:lvl8pPr lvl="7" algn="ctr">
              <a:lnSpc>
                <a:spcPct val="100000"/>
              </a:lnSpc>
              <a:spcBef>
                <a:spcPts val="0"/>
              </a:spcBef>
              <a:spcAft>
                <a:spcPts val="0"/>
              </a:spcAft>
              <a:buSzPts val="12200"/>
              <a:buNone/>
              <a:defRPr sz="12200"/>
            </a:lvl8pPr>
            <a:lvl9pPr lvl="8" algn="ctr">
              <a:lnSpc>
                <a:spcPct val="100000"/>
              </a:lnSpc>
              <a:spcBef>
                <a:spcPts val="0"/>
              </a:spcBef>
              <a:spcAft>
                <a:spcPts val="0"/>
              </a:spcAft>
              <a:buSzPts val="12200"/>
              <a:buNone/>
              <a:defRPr sz="12200"/>
            </a:lvl9pPr>
          </a:lstStyle>
          <a:p>
            <a:r>
              <a:t>xx%</a:t>
            </a:r>
          </a:p>
        </p:txBody>
      </p:sp>
      <p:sp>
        <p:nvSpPr>
          <p:cNvPr id="101" name="Google Shape;101;p23"/>
          <p:cNvSpPr txBox="1"/>
          <p:nvPr>
            <p:ph idx="1" type="body"/>
          </p:nvPr>
        </p:nvSpPr>
        <p:spPr>
          <a:xfrm>
            <a:off x="311700" y="3152225"/>
            <a:ext cx="8520600" cy="1300800"/>
          </a:xfrm>
          <a:prstGeom prst="rect">
            <a:avLst/>
          </a:prstGeom>
          <a:noFill/>
          <a:ln>
            <a:noFill/>
          </a:ln>
        </p:spPr>
        <p:txBody>
          <a:bodyPr anchorCtr="0" anchor="t" bIns="93500" lIns="93500" spcFirstLastPara="1" rIns="93500" wrap="square" tIns="93500">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2" name="Google Shape;102;p23"/>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2A84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3500" lIns="93500" spcFirstLastPara="1" rIns="93500" wrap="square" tIns="93500">
            <a:noAutofit/>
          </a:bodyPr>
          <a:lstStyle>
            <a:lvl1pPr lvl="0" marR="0" rtl="0" algn="l">
              <a:lnSpc>
                <a:spcPct val="100000"/>
              </a:lnSpc>
              <a:spcBef>
                <a:spcPts val="0"/>
              </a:spcBef>
              <a:spcAft>
                <a:spcPts val="0"/>
              </a:spcAft>
              <a:buClr>
                <a:schemeClr val="lt1"/>
              </a:buClr>
              <a:buSzPts val="3300"/>
              <a:buFont typeface="Proxima Nova"/>
              <a:buNone/>
              <a:defRPr b="0" i="0" sz="3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300"/>
              <a:buFont typeface="Roboto"/>
              <a:buNone/>
              <a:defRPr b="0" i="0" sz="3300" u="none" cap="none" strike="noStrike">
                <a:solidFill>
                  <a:schemeClr val="lt1"/>
                </a:solidFill>
                <a:latin typeface="Roboto"/>
                <a:ea typeface="Roboto"/>
                <a:cs typeface="Roboto"/>
                <a:sym typeface="Roboto"/>
              </a:defRPr>
            </a:lvl9pPr>
          </a:lstStyle>
          <a:p/>
        </p:txBody>
      </p:sp>
      <p:sp>
        <p:nvSpPr>
          <p:cNvPr id="7" name="Google Shape;7;p1"/>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0" name="Shape 60"/>
        <p:cNvGrpSpPr/>
        <p:nvPr/>
      </p:nvGrpSpPr>
      <p:grpSpPr>
        <a:xfrm>
          <a:off x="0" y="0"/>
          <a:ext cx="0" cy="0"/>
          <a:chOff x="0" y="0"/>
          <a:chExt cx="0" cy="0"/>
        </a:xfrm>
      </p:grpSpPr>
      <p:sp>
        <p:nvSpPr>
          <p:cNvPr id="61" name="Google Shape;61;p13"/>
          <p:cNvSpPr txBox="1"/>
          <p:nvPr>
            <p:ph type="title"/>
          </p:nvPr>
        </p:nvSpPr>
        <p:spPr>
          <a:xfrm>
            <a:off x="311700" y="445025"/>
            <a:ext cx="8520600" cy="572700"/>
          </a:xfrm>
          <a:prstGeom prst="rect">
            <a:avLst/>
          </a:prstGeom>
          <a:noFill/>
          <a:ln>
            <a:noFill/>
          </a:ln>
        </p:spPr>
        <p:txBody>
          <a:bodyPr anchorCtr="0" anchor="t" bIns="93500" lIns="93500" spcFirstLastPara="1" rIns="93500" wrap="square" tIns="93500">
            <a:normAutofit/>
          </a:bodyPr>
          <a:lstStyle>
            <a:lvl1pPr lvl="0"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900"/>
              <a:buFont typeface="Arial"/>
              <a:buNone/>
              <a:defRPr b="0" i="0" sz="2900" u="none" cap="none" strike="noStrike">
                <a:solidFill>
                  <a:schemeClr val="dk1"/>
                </a:solidFill>
                <a:latin typeface="Arial"/>
                <a:ea typeface="Arial"/>
                <a:cs typeface="Arial"/>
                <a:sym typeface="Arial"/>
              </a:defRPr>
            </a:lvl9pPr>
          </a:lstStyle>
          <a:p/>
        </p:txBody>
      </p:sp>
      <p:sp>
        <p:nvSpPr>
          <p:cNvPr id="62" name="Google Shape;62;p13"/>
          <p:cNvSpPr txBox="1"/>
          <p:nvPr>
            <p:ph idx="1" type="body"/>
          </p:nvPr>
        </p:nvSpPr>
        <p:spPr>
          <a:xfrm>
            <a:off x="311700" y="1152475"/>
            <a:ext cx="8520600" cy="3416400"/>
          </a:xfrm>
          <a:prstGeom prst="rect">
            <a:avLst/>
          </a:prstGeom>
          <a:noFill/>
          <a:ln>
            <a:noFill/>
          </a:ln>
        </p:spPr>
        <p:txBody>
          <a:bodyPr anchorCtr="0" anchor="t" bIns="93500" lIns="93500" spcFirstLastPara="1" rIns="93500" wrap="square" tIns="93500">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3" name="Google Shape;63;p13"/>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choolhouse.world/dashboard" TargetMode="External"/><Relationship Id="rId4" Type="http://schemas.openxmlformats.org/officeDocument/2006/relationships/hyperlink" Target="https://schoolhouse.world/dashboar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gif"/><Relationship Id="rId4" Type="http://schemas.openxmlformats.org/officeDocument/2006/relationships/image" Target="../media/image1.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schoolhouse.world/games/play-sat"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13.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oda.io/@schoolhouse3/sat-bootcamp-tutor-curriculum-3-0/before-prepping-54#_lu8DZt1H"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oda.io/@schoolhouse3/sat-bootcamp-tutor-curriculum-3-0/before-prepping-54#_lu8DZt1H"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oda.io/@schoolhouse3/sat-bootcamp-tutor-curriculum-3-0/before-prepping-54#_lu8DZt1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19.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oda.io/@schoolhouse3/sat-bootcamp-tutor-curriculum-3-0/before-prepping-54#_lu8DZt1H"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oda.io/@schoolhouse3/sat-bootcamp-tutor-curriculum-3-0/before-prepping-54#_lu8DZt1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oda.io/@schoolhouse3/sat-bootcamp-tutor-curriculum-3-0/before-prepping-54#_lu8DZt1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www.google.com/search?q=21+minute+timer&amp;sca_esv=74d686be67f584cb&amp;ei=bozPZcyBNN_s0PEPzpqigAU&amp;ved=0ahUKEwjM8NmEo7CEAxVfNjQIHU6NCFAQ4dUDCBA&amp;uact=5&amp;oq=21+minute+timer&amp;gs_lp=Egxnd3Mtd2l6LXNlcnAiDzIxIG1pbnV0ZSB0aW1lcjIQEAAYgAQYigUYQxixAxiDATIFEAAYgAQyBhAAGAcYHjIFEAAYgAQyBhAAGAcYHjIFEAAYgAQyBRAAGIAEMgUQABiABDIGEAAYBxgeMgYQABgHGB5IxwVQlgNYwgRwAngBkAEAmAE_oAF1qgEBMrgBA8gBAPgBAcICChAAGEcY1gQYsAPCAg0QABiABBiKBRhDGLADwgIREAAYgAQYigUYkQIYsQMYgwGIBgGQBgo&amp;sclient=gws-wiz-serp" TargetMode="Externa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schoolhouse.world/dashboard/live-help" TargetMode="Externa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schoolhouse.world/dashboard/live-help?tab=get-help"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https://intercom.help/schoolhouse/en/articles/9959474-how-do-i-give-feedback-to-a-learner-as-a-tutor" TargetMode="External"/></Relationships>
</file>

<file path=ppt/slides/_rels/slide38.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38.xml" /><ns0:Relationship Id="rId3" Type="http://schemas.openxmlformats.org/officeDocument/2006/relationships/image" Target="../media/image17.png" /><ns0:Relationship Id="rId4" Type="http://schemas.openxmlformats.org/officeDocument/2006/relationships/image" Target="../media/image18.png" /></ns0:Relationships>
</file>

<file path=ppt/slides/_rels/slide39.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39.xml" /><ns0:Relationship Id="rId3" Type="http://schemas.openxmlformats.org/officeDocument/2006/relationships/image" Target="../media/image19.png" /><ns0:Relationship Id="rId4" Type="http://schemas.openxmlformats.org/officeDocument/2006/relationships/image" Target="../media/image20.png" /></ns0:Relationships>
</file>

<file path=ppt/slides/_rels/slide40.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40.xml" /><ns0:Relationship Id="rId3" Type="http://schemas.openxmlformats.org/officeDocument/2006/relationships/image" Target="../media/image21.png" /><ns0:Relationship Id="rId4" Type="http://schemas.openxmlformats.org/officeDocument/2006/relationships/image" Target="../media/image22.png" /></ns0:Relationships>
</file>

<file path=ppt/slides/_rels/slide41.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41.xml" /><ns0:Relationship Id="rId3" Type="http://schemas.openxmlformats.org/officeDocument/2006/relationships/image" Target="../media/image23.png" /></ns0:Relationships>
</file>

<file path=ppt/slides/_rels/slide42.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42.xml" /><ns0:Relationship Id="rId3" Type="http://schemas.openxmlformats.org/officeDocument/2006/relationships/image" Target="../media/image24.png" /></ns0:Relationships>
</file>

<file path=ppt/slides/_rels/slide43.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43.xml" /><ns0:Relationship Id="rId3" Type="http://schemas.openxmlformats.org/officeDocument/2006/relationships/image" Target="../media/image25.png" /></ns0:Relationships>
</file>

<file path=ppt/slides/_rels/slide44.xml.rels><?xml version='1.0' encoding='UTF-8'?>
<ns0:Relationships xmlns:ns0="http://schemas.openxmlformats.org/package/2006/relationships"><ns0:Relationship Id="rId1" Type="http://schemas.openxmlformats.org/officeDocument/2006/relationships/slideLayout" Target="../slideLayouts/slideLayout22.xml" /><ns0:Relationship Id="rId2" Type="http://schemas.openxmlformats.org/officeDocument/2006/relationships/notesSlide" Target="../notesSlides/notesSlide44.xml" /><ns0:Relationship Id="rId3" Type="http://schemas.openxmlformats.org/officeDocument/2006/relationships/image" Target="../media/image26.png" /><ns0:Relationship Id="rId4" Type="http://schemas.openxmlformats.org/officeDocument/2006/relationships/image" Target="../media/image27.png" /></ns0: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B7B7B7"/>
        </a:solidFill>
      </p:bgPr>
    </p:bg>
    <p:spTree>
      <p:nvGrpSpPr>
        <p:cNvPr id="108" name="Shape 108"/>
        <p:cNvGrpSpPr/>
        <p:nvPr/>
      </p:nvGrpSpPr>
      <p:grpSpPr>
        <a:xfrm>
          <a:off x="0" y="0"/>
          <a:ext cx="0" cy="0"/>
          <a:chOff x="0" y="0"/>
          <a:chExt cx="0" cy="0"/>
        </a:xfrm>
      </p:grpSpPr>
      <p:sp>
        <p:nvSpPr>
          <p:cNvPr id="109" name="Google Shape;109;p25"/>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266700" lvl="0" marL="381000" marR="0" rtl="0" algn="l">
              <a:lnSpc>
                <a:spcPct val="100000"/>
              </a:lnSpc>
              <a:spcBef>
                <a:spcPts val="0"/>
              </a:spcBef>
              <a:spcAft>
                <a:spcPts val="0"/>
              </a:spcAft>
              <a:buClr>
                <a:srgbClr val="000000"/>
              </a:buClr>
              <a:buSzPts val="1200"/>
              <a:buFont typeface="Arial"/>
              <a:buChar char="●"/>
            </a:pPr>
            <a:r>
              <a:t/>
            </a:r>
            <a:endParaRPr b="0" i="0" sz="1200" u="none" cap="none" strike="noStrike">
              <a:solidFill>
                <a:srgbClr val="000000"/>
              </a:solidFill>
              <a:latin typeface="Arial"/>
              <a:ea typeface="Arial"/>
              <a:cs typeface="Arial"/>
              <a:sym typeface="Arial"/>
            </a:endParaRPr>
          </a:p>
        </p:txBody>
      </p:sp>
      <p:sp>
        <p:nvSpPr>
          <p:cNvPr id="110" name="Google Shape;110;p25"/>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5"/>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TUTOR PREP WORK</a:t>
            </a:r>
            <a:endParaRPr b="1" i="0" sz="4500" u="none" cap="none" strike="noStrike">
              <a:solidFill>
                <a:schemeClr val="lt1"/>
              </a:solidFill>
              <a:latin typeface="Roboto"/>
              <a:ea typeface="Roboto"/>
              <a:cs typeface="Roboto"/>
              <a:sym typeface="Roboto"/>
            </a:endParaRPr>
          </a:p>
        </p:txBody>
      </p:sp>
      <p:sp>
        <p:nvSpPr>
          <p:cNvPr id="112" name="Google Shape;112;p25"/>
          <p:cNvSpPr txBox="1"/>
          <p:nvPr/>
        </p:nvSpPr>
        <p:spPr>
          <a:xfrm>
            <a:off x="847900" y="1285437"/>
            <a:ext cx="7427400" cy="2680200"/>
          </a:xfrm>
          <a:prstGeom prst="rect">
            <a:avLst/>
          </a:prstGeom>
          <a:solidFill>
            <a:schemeClr val="lt1"/>
          </a:solidFill>
          <a:ln cap="flat" cmpd="sng" w="76200">
            <a:solidFill>
              <a:schemeClr val="lt1"/>
            </a:solidFill>
            <a:prstDash val="solid"/>
            <a:round/>
            <a:headEnd len="sm" w="sm" type="none"/>
            <a:tailEnd len="sm" w="sm" type="none"/>
          </a:ln>
        </p:spPr>
        <p:txBody>
          <a:bodyPr anchorCtr="0" anchor="t" bIns="75575" lIns="75575" spcFirstLastPara="1" rIns="75575" wrap="square" tIns="75575">
            <a:noAutofit/>
          </a:bodyPr>
          <a:lstStyle/>
          <a:p>
            <a:pPr indent="-285750" lvl="0" marL="381000" marR="0" rtl="0" algn="l">
              <a:lnSpc>
                <a:spcPct val="100000"/>
              </a:lnSpc>
              <a:spcBef>
                <a:spcPts val="0"/>
              </a:spcBef>
              <a:spcAft>
                <a:spcPts val="0"/>
              </a:spcAft>
              <a:buClr>
                <a:srgbClr val="000000"/>
              </a:buClr>
              <a:buSzPts val="1500"/>
              <a:buFont typeface="Proxima Nova"/>
              <a:buAutoNum type="arabicPeriod"/>
            </a:pPr>
            <a:r>
              <a:rPr b="1" i="0" lang="en" sz="1500" u="none" cap="none" strike="noStrike">
                <a:solidFill>
                  <a:schemeClr val="dk2"/>
                </a:solidFill>
                <a:highlight>
                  <a:srgbClr val="FFFFFF"/>
                </a:highlight>
                <a:latin typeface="Proxima Nova"/>
                <a:ea typeface="Proxima Nova"/>
                <a:cs typeface="Proxima Nova"/>
                <a:sym typeface="Proxima Nova"/>
              </a:rPr>
              <a:t>Familiarize yourself with today’s lesson.</a:t>
            </a:r>
            <a:endParaRPr b="1" i="0" sz="1500" u="none" cap="none" strike="noStrike">
              <a:solidFill>
                <a:schemeClr val="dk2"/>
              </a:solidFill>
              <a:highlight>
                <a:srgbClr val="FFFFFF"/>
              </a:highlight>
              <a:latin typeface="Proxima Nova"/>
              <a:ea typeface="Proxima Nova"/>
              <a:cs typeface="Proxima Nova"/>
              <a:sym typeface="Proxima Nova"/>
            </a:endParaRPr>
          </a:p>
          <a:p>
            <a:pPr indent="-285750" lvl="1" marL="762000" marR="0" rtl="0" algn="l">
              <a:lnSpc>
                <a:spcPct val="100000"/>
              </a:lnSpc>
              <a:spcBef>
                <a:spcPts val="0"/>
              </a:spcBef>
              <a:spcAft>
                <a:spcPts val="0"/>
              </a:spcAft>
              <a:buClr>
                <a:schemeClr val="dk2"/>
              </a:buClr>
              <a:buSzPts val="1500"/>
              <a:buFont typeface="Proxima Nova"/>
              <a:buAutoNum type="alphaLcPeriod"/>
            </a:pPr>
            <a:r>
              <a:rPr b="0" i="0" lang="en" sz="1500" u="none" cap="none" strike="noStrike">
                <a:solidFill>
                  <a:schemeClr val="dk2"/>
                </a:solidFill>
                <a:highlight>
                  <a:srgbClr val="FFFFFF"/>
                </a:highlight>
                <a:latin typeface="Proxima Nova"/>
                <a:ea typeface="Proxima Nova"/>
                <a:cs typeface="Proxima Nova"/>
                <a:sym typeface="Proxima Nova"/>
              </a:rPr>
              <a:t>During the Intro Section, you will introduce your learners to the idea that they too can become a Tutor on the Schoolhouse platform!</a:t>
            </a:r>
            <a:endParaRPr b="0" i="0" sz="1500" u="none" cap="none" strike="noStrike">
              <a:solidFill>
                <a:schemeClr val="dk2"/>
              </a:solidFill>
              <a:highlight>
                <a:srgbClr val="FFFFFF"/>
              </a:highlight>
              <a:latin typeface="Proxima Nova"/>
              <a:ea typeface="Proxima Nova"/>
              <a:cs typeface="Proxima Nova"/>
              <a:sym typeface="Proxima Nova"/>
            </a:endParaRPr>
          </a:p>
          <a:p>
            <a:pPr indent="0" lvl="0" marL="3810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Proxima Nova"/>
              <a:ea typeface="Proxima Nova"/>
              <a:cs typeface="Proxima Nova"/>
              <a:sym typeface="Proxima Nova"/>
            </a:endParaRPr>
          </a:p>
          <a:p>
            <a:pPr indent="0" lvl="0" marL="3810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highlight>
                <a:schemeClr val="accent3"/>
              </a:highlight>
              <a:latin typeface="Proxima Nova"/>
              <a:ea typeface="Proxima Nova"/>
              <a:cs typeface="Proxima Nova"/>
              <a:sym typeface="Proxima Nova"/>
            </a:endParaRPr>
          </a:p>
        </p:txBody>
      </p:sp>
      <p:sp>
        <p:nvSpPr>
          <p:cNvPr id="113" name="Google Shape;113;p25"/>
          <p:cNvSpPr/>
          <p:nvPr/>
        </p:nvSpPr>
        <p:spPr>
          <a:xfrm>
            <a:off x="1025850" y="2285400"/>
            <a:ext cx="7092300" cy="909900"/>
          </a:xfrm>
          <a:prstGeom prst="roundRect">
            <a:avLst>
              <a:gd fmla="val 16667" name="adj"/>
            </a:avLst>
          </a:prstGeom>
          <a:solidFill>
            <a:srgbClr val="0DDD88"/>
          </a:solidFill>
          <a:ln cap="flat" cmpd="sng" w="19050">
            <a:solidFill>
              <a:srgbClr val="2C3E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5000"/>
              </a:lnSpc>
              <a:spcBef>
                <a:spcPts val="700"/>
              </a:spcBef>
              <a:spcAft>
                <a:spcPts val="700"/>
              </a:spcAft>
              <a:buClr>
                <a:srgbClr val="000000"/>
              </a:buClr>
              <a:buSzPts val="1400"/>
              <a:buFont typeface="Arial"/>
              <a:buNone/>
            </a:pPr>
            <a:r>
              <a:rPr b="0" i="0" lang="en" sz="1400" u="none" cap="none" strike="noStrike">
                <a:solidFill>
                  <a:srgbClr val="000000"/>
                </a:solidFill>
                <a:latin typeface="Proxima Nova"/>
                <a:ea typeface="Proxima Nova"/>
                <a:cs typeface="Proxima Nova"/>
                <a:sym typeface="Proxima Nova"/>
              </a:rPr>
              <a:t>Learner recruitment for the upcoming month has opened — please encourage your learners to</a:t>
            </a:r>
            <a:r>
              <a:rPr b="0" i="0" lang="en" sz="1400" u="none" cap="none" strike="noStrike">
                <a:solidFill>
                  <a:schemeClr val="hlink"/>
                </a:solidFill>
                <a:uFill>
                  <a:noFill/>
                </a:uFill>
                <a:latin typeface="Proxima Nova"/>
                <a:ea typeface="Proxima Nova"/>
                <a:cs typeface="Proxima Nova"/>
                <a:sym typeface="Proxima Nova"/>
                <a:hlinkClick r:id="rId3"/>
              </a:rPr>
              <a:t> </a:t>
            </a:r>
            <a:r>
              <a:rPr b="1" i="0" lang="en" sz="1400" u="sng" cap="none" strike="noStrike">
                <a:solidFill>
                  <a:schemeClr val="hlink"/>
                </a:solidFill>
                <a:latin typeface="Proxima Nova"/>
                <a:ea typeface="Proxima Nova"/>
                <a:cs typeface="Proxima Nova"/>
                <a:sym typeface="Proxima Nova"/>
                <a:hlinkClick r:id="rId4"/>
              </a:rPr>
              <a:t>register for another Schoolhouse program</a:t>
            </a:r>
            <a:r>
              <a:rPr b="0" i="0" lang="en" sz="1400" u="none" cap="none" strike="noStrike">
                <a:solidFill>
                  <a:srgbClr val="000000"/>
                </a:solidFill>
                <a:latin typeface="Proxima Nova"/>
                <a:ea typeface="Proxima Nova"/>
                <a:cs typeface="Proxima Nova"/>
                <a:sym typeface="Proxima Nova"/>
              </a:rPr>
              <a:t> in today’s session!</a:t>
            </a:r>
            <a:endParaRPr b="1"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7" name="Shape 117"/>
        <p:cNvGrpSpPr/>
        <p:nvPr/>
      </p:nvGrpSpPr>
      <p:grpSpPr>
        <a:xfrm>
          <a:off x="0" y="0"/>
          <a:ext cx="0" cy="0"/>
          <a:chOff x="0" y="0"/>
          <a:chExt cx="0" cy="0"/>
        </a:xfrm>
      </p:grpSpPr>
      <p:sp>
        <p:nvSpPr>
          <p:cNvPr id="118" name="Google Shape;118;p26"/>
          <p:cNvSpPr txBox="1"/>
          <p:nvPr>
            <p:ph type="title"/>
          </p:nvPr>
        </p:nvSpPr>
        <p:spPr>
          <a:xfrm>
            <a:off x="226078" y="357800"/>
            <a:ext cx="2808000" cy="953400"/>
          </a:xfrm>
          <a:prstGeom prst="rect">
            <a:avLst/>
          </a:prstGeom>
          <a:noFill/>
          <a:ln>
            <a:noFill/>
          </a:ln>
        </p:spPr>
        <p:txBody>
          <a:bodyPr anchorCtr="0" anchor="b" bIns="93500" lIns="93500" spcFirstLastPara="1" rIns="93500" wrap="square" tIns="93500">
            <a:noAutofit/>
          </a:bodyPr>
          <a:lstStyle/>
          <a:p>
            <a:pPr indent="0" lvl="0" marL="0" rtl="0" algn="l">
              <a:lnSpc>
                <a:spcPct val="100000"/>
              </a:lnSpc>
              <a:spcBef>
                <a:spcPts val="0"/>
              </a:spcBef>
              <a:spcAft>
                <a:spcPts val="0"/>
              </a:spcAft>
              <a:buSzPts val="2500"/>
              <a:buNone/>
            </a:pPr>
            <a:r>
              <a:rPr b="1" lang="en" sz="3120"/>
              <a:t>While You’re Waiting…</a:t>
            </a:r>
            <a:endParaRPr/>
          </a:p>
        </p:txBody>
      </p:sp>
      <p:sp>
        <p:nvSpPr>
          <p:cNvPr id="119" name="Google Shape;119;p26"/>
          <p:cNvSpPr/>
          <p:nvPr/>
        </p:nvSpPr>
        <p:spPr>
          <a:xfrm>
            <a:off x="3363425" y="3436325"/>
            <a:ext cx="1700700" cy="1400400"/>
          </a:xfrm>
          <a:prstGeom prst="cloudCallout">
            <a:avLst>
              <a:gd fmla="val -35065" name="adj1"/>
              <a:gd fmla="val 57942"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6"/>
          <p:cNvSpPr/>
          <p:nvPr/>
        </p:nvSpPr>
        <p:spPr>
          <a:xfrm>
            <a:off x="7421525" y="120850"/>
            <a:ext cx="1390800" cy="1107900"/>
          </a:xfrm>
          <a:prstGeom prst="cloudCallout">
            <a:avLst>
              <a:gd fmla="val 40370" name="adj1"/>
              <a:gd fmla="val 492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1" name="Google Shape;121;p26"/>
          <p:cNvPicPr preferRelativeResize="0"/>
          <p:nvPr/>
        </p:nvPicPr>
        <p:blipFill rotWithShape="1">
          <a:blip r:embed="rId3">
            <a:alphaModFix/>
          </a:blip>
          <a:srcRect b="0" l="0" r="0" t="0"/>
          <a:stretch/>
        </p:blipFill>
        <p:spPr>
          <a:xfrm>
            <a:off x="7640232" y="198100"/>
            <a:ext cx="953400" cy="953400"/>
          </a:xfrm>
          <a:prstGeom prst="rect">
            <a:avLst/>
          </a:prstGeom>
          <a:noFill/>
          <a:ln>
            <a:noFill/>
          </a:ln>
        </p:spPr>
      </p:pic>
      <p:pic>
        <p:nvPicPr>
          <p:cNvPr id="122" name="Google Shape;122;p26"/>
          <p:cNvPicPr preferRelativeResize="0"/>
          <p:nvPr/>
        </p:nvPicPr>
        <p:blipFill rotWithShape="1">
          <a:blip r:embed="rId3">
            <a:alphaModFix/>
          </a:blip>
          <a:srcRect b="0" l="0" r="0" t="0"/>
          <a:stretch/>
        </p:blipFill>
        <p:spPr>
          <a:xfrm>
            <a:off x="3737082" y="3659825"/>
            <a:ext cx="953400" cy="953400"/>
          </a:xfrm>
          <a:prstGeom prst="rect">
            <a:avLst/>
          </a:prstGeom>
          <a:noFill/>
          <a:ln>
            <a:noFill/>
          </a:ln>
        </p:spPr>
      </p:pic>
      <p:sp>
        <p:nvSpPr>
          <p:cNvPr id="123" name="Google Shape;123;p26"/>
          <p:cNvSpPr txBox="1"/>
          <p:nvPr/>
        </p:nvSpPr>
        <p:spPr>
          <a:xfrm>
            <a:off x="3779740" y="1151501"/>
            <a:ext cx="4877400" cy="214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Proxima Nova"/>
                <a:ea typeface="Proxima Nova"/>
                <a:cs typeface="Proxima Nova"/>
                <a:sym typeface="Proxima Nova"/>
              </a:rPr>
              <a:t>Type in the chat: </a:t>
            </a:r>
            <a:endParaRPr b="1" i="0" sz="2100"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500"/>
              </a:spcBef>
              <a:spcAft>
                <a:spcPts val="0"/>
              </a:spcAft>
              <a:buClr>
                <a:srgbClr val="000000"/>
              </a:buClr>
              <a:buSzPts val="1000"/>
              <a:buFont typeface="Arial"/>
              <a:buNone/>
            </a:pPr>
            <a:r>
              <a:t/>
            </a:r>
            <a:endParaRPr b="1" i="0" sz="1000" u="none" cap="none" strike="noStrike">
              <a:solidFill>
                <a:srgbClr val="000000"/>
              </a:solidFill>
              <a:latin typeface="Proxima Nova"/>
              <a:ea typeface="Proxima Nova"/>
              <a:cs typeface="Proxima Nova"/>
              <a:sym typeface="Proxima Nova"/>
            </a:endParaRPr>
          </a:p>
          <a:p>
            <a:pPr indent="0" lvl="0" marL="0" marR="0" rtl="0" algn="ctr">
              <a:lnSpc>
                <a:spcPct val="115000"/>
              </a:lnSpc>
              <a:spcBef>
                <a:spcPts val="500"/>
              </a:spcBef>
              <a:spcAft>
                <a:spcPts val="0"/>
              </a:spcAft>
              <a:buClr>
                <a:schemeClr val="dk2"/>
              </a:buClr>
              <a:buSzPts val="1200"/>
              <a:buFont typeface="Arial"/>
              <a:buNone/>
            </a:pPr>
            <a:r>
              <a:rPr b="1" i="0" lang="en" sz="1900" u="none" cap="none" strike="noStrike">
                <a:solidFill>
                  <a:schemeClr val="dk2"/>
                </a:solidFill>
                <a:latin typeface="Proxima Nova"/>
                <a:ea typeface="Proxima Nova"/>
                <a:cs typeface="Proxima Nova"/>
                <a:sym typeface="Proxima Nova"/>
              </a:rPr>
              <a:t>What movie or TV show do you wish you could watch again for the first time? Why? </a:t>
            </a:r>
            <a:endParaRPr b="0" i="0" sz="800" u="none" cap="none" strike="noStrike">
              <a:solidFill>
                <a:schemeClr val="dk2"/>
              </a:solidFill>
              <a:latin typeface="Proxima Nova"/>
              <a:ea typeface="Proxima Nova"/>
              <a:cs typeface="Proxima Nova"/>
              <a:sym typeface="Proxima Nova"/>
            </a:endParaRPr>
          </a:p>
          <a:p>
            <a:pPr indent="0" lvl="0" marL="457200" marR="0" rtl="0" algn="ctr">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Proxima Nova"/>
              <a:ea typeface="Proxima Nova"/>
              <a:cs typeface="Proxima Nova"/>
              <a:sym typeface="Proxima Nova"/>
            </a:endParaRPr>
          </a:p>
          <a:p>
            <a:pPr indent="0" lvl="0" marL="0" marR="0" rtl="0" algn="ctr">
              <a:lnSpc>
                <a:spcPct val="150000"/>
              </a:lnSpc>
              <a:spcBef>
                <a:spcPts val="500"/>
              </a:spcBef>
              <a:spcAft>
                <a:spcPts val="500"/>
              </a:spcAft>
              <a:buClr>
                <a:srgbClr val="000000"/>
              </a:buClr>
              <a:buSzPts val="1900"/>
              <a:buFont typeface="Arial"/>
              <a:buNone/>
            </a:pPr>
            <a:r>
              <a:t/>
            </a:r>
            <a:endParaRPr b="0" i="1" sz="1900" u="none" cap="none" strike="noStrike">
              <a:solidFill>
                <a:srgbClr val="000000"/>
              </a:solidFill>
              <a:latin typeface="Proxima Nova"/>
              <a:ea typeface="Proxima Nova"/>
              <a:cs typeface="Proxima Nova"/>
              <a:sym typeface="Proxima Nova"/>
            </a:endParaRPr>
          </a:p>
        </p:txBody>
      </p:sp>
      <p:pic>
        <p:nvPicPr>
          <p:cNvPr id="124" name="Google Shape;124;p26"/>
          <p:cNvPicPr preferRelativeResize="0"/>
          <p:nvPr/>
        </p:nvPicPr>
        <p:blipFill rotWithShape="1">
          <a:blip r:embed="rId4">
            <a:alphaModFix/>
          </a:blip>
          <a:srcRect b="0" l="0" r="0" t="0"/>
          <a:stretch/>
        </p:blipFill>
        <p:spPr>
          <a:xfrm>
            <a:off x="1020475" y="1740113"/>
            <a:ext cx="1219200" cy="1219200"/>
          </a:xfrm>
          <a:prstGeom prst="rect">
            <a:avLst/>
          </a:prstGeom>
          <a:noFill/>
          <a:ln>
            <a:noFill/>
          </a:ln>
        </p:spPr>
      </p:pic>
      <p:sp>
        <p:nvSpPr>
          <p:cNvPr id="125" name="Google Shape;125;p26"/>
          <p:cNvSpPr txBox="1"/>
          <p:nvPr/>
        </p:nvSpPr>
        <p:spPr>
          <a:xfrm>
            <a:off x="130075" y="3024575"/>
            <a:ext cx="3000000" cy="1139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50"/>
              <a:buFont typeface="Arial"/>
              <a:buNone/>
            </a:pPr>
            <a:r>
              <a:rPr b="1" i="0" lang="en" sz="1550" u="none" cap="none" strike="noStrike">
                <a:solidFill>
                  <a:schemeClr val="lt1"/>
                </a:solidFill>
                <a:latin typeface="Proxima Nova"/>
                <a:ea typeface="Proxima Nova"/>
                <a:cs typeface="Proxima Nova"/>
                <a:sym typeface="Proxima Nova"/>
              </a:rPr>
              <a:t>It's tricky for your tutor to help you as an anonymous black box—please turn on your camera if you can!</a:t>
            </a:r>
            <a:endParaRPr b="1" i="0" sz="2100" u="none" cap="none" strike="noStrike">
              <a:solidFill>
                <a:schemeClr val="lt1"/>
              </a:solidFill>
              <a:latin typeface="Proxima Nova"/>
              <a:ea typeface="Proxima Nova"/>
              <a:cs typeface="Proxima Nova"/>
              <a:sym typeface="Proxima Nova"/>
            </a:endParaRPr>
          </a:p>
        </p:txBody>
      </p:sp>
      <p:pic>
        <p:nvPicPr>
          <p:cNvPr id="126" name="Google Shape;126;p26"/>
          <p:cNvPicPr preferRelativeResize="0"/>
          <p:nvPr/>
        </p:nvPicPr>
        <p:blipFill rotWithShape="1">
          <a:blip r:embed="rId5">
            <a:alphaModFix/>
          </a:blip>
          <a:srcRect b="0" l="0" r="0" t="0"/>
          <a:stretch/>
        </p:blipFill>
        <p:spPr>
          <a:xfrm>
            <a:off x="6726125" y="3136475"/>
            <a:ext cx="2086200" cy="1476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30" name="Shape 130"/>
        <p:cNvGrpSpPr/>
        <p:nvPr/>
      </p:nvGrpSpPr>
      <p:grpSpPr>
        <a:xfrm>
          <a:off x="0" y="0"/>
          <a:ext cx="0" cy="0"/>
          <a:chOff x="0" y="0"/>
          <a:chExt cx="0" cy="0"/>
        </a:xfrm>
      </p:grpSpPr>
      <p:sp>
        <p:nvSpPr>
          <p:cNvPr id="131" name="Google Shape;131;p27"/>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32" name="Google Shape;132;p27"/>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33" name="Google Shape;133;p27"/>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MATH SAT BOOTCAMP</a:t>
            </a:r>
            <a:endParaRPr b="1" i="0" sz="4500" u="none" cap="none" strike="noStrike">
              <a:solidFill>
                <a:schemeClr val="lt1"/>
              </a:solidFill>
              <a:latin typeface="Roboto"/>
              <a:ea typeface="Roboto"/>
              <a:cs typeface="Roboto"/>
              <a:sym typeface="Roboto"/>
            </a:endParaRPr>
          </a:p>
        </p:txBody>
      </p:sp>
      <p:sp>
        <p:nvSpPr>
          <p:cNvPr id="134" name="Google Shape;134;p27"/>
          <p:cNvSpPr txBox="1"/>
          <p:nvPr/>
        </p:nvSpPr>
        <p:spPr>
          <a:xfrm>
            <a:off x="1015773" y="1543070"/>
            <a:ext cx="71124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6000"/>
              <a:buFont typeface="Arial"/>
              <a:buNone/>
            </a:pPr>
            <a:r>
              <a:rPr b="1" i="0" lang="en" sz="6000" u="none" cap="none" strike="noStrike">
                <a:solidFill>
                  <a:srgbClr val="000000"/>
                </a:solidFill>
                <a:latin typeface="Roboto"/>
                <a:ea typeface="Roboto"/>
                <a:cs typeface="Roboto"/>
                <a:sym typeface="Roboto"/>
              </a:rPr>
              <a:t>WEEK 3, DAY 1</a:t>
            </a:r>
            <a:endParaRPr b="1" i="0" sz="6000" u="none" cap="none" strike="noStrike">
              <a:solidFill>
                <a:srgbClr val="000000"/>
              </a:solidFill>
              <a:latin typeface="Roboto"/>
              <a:ea typeface="Roboto"/>
              <a:cs typeface="Roboto"/>
              <a:sym typeface="Roboto"/>
            </a:endParaRPr>
          </a:p>
        </p:txBody>
      </p:sp>
      <p:pic>
        <p:nvPicPr>
          <p:cNvPr id="135" name="Google Shape;135;p27" title="logotypeGreen.png"/>
          <p:cNvPicPr preferRelativeResize="0"/>
          <p:nvPr/>
        </p:nvPicPr>
        <p:blipFill rotWithShape="1">
          <a:blip r:embed="rId3">
            <a:alphaModFix/>
          </a:blip>
          <a:srcRect b="40057" l="11446" r="11376" t="39723"/>
          <a:stretch/>
        </p:blipFill>
        <p:spPr>
          <a:xfrm>
            <a:off x="2951727" y="3989775"/>
            <a:ext cx="3240475" cy="49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39" name="Shape 139"/>
        <p:cNvGrpSpPr/>
        <p:nvPr/>
      </p:nvGrpSpPr>
      <p:grpSpPr>
        <a:xfrm>
          <a:off x="0" y="0"/>
          <a:ext cx="0" cy="0"/>
          <a:chOff x="0" y="0"/>
          <a:chExt cx="0" cy="0"/>
        </a:xfrm>
      </p:grpSpPr>
      <p:sp>
        <p:nvSpPr>
          <p:cNvPr id="140" name="Google Shape;140;p2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41" name="Google Shape;141;p2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42" name="Google Shape;142;p2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WELCOME QUESTION</a:t>
            </a:r>
            <a:endParaRPr b="1" i="0" sz="4500" u="none" cap="none" strike="noStrike">
              <a:solidFill>
                <a:schemeClr val="lt1"/>
              </a:solidFill>
              <a:latin typeface="Roboto"/>
              <a:ea typeface="Roboto"/>
              <a:cs typeface="Roboto"/>
              <a:sym typeface="Roboto"/>
            </a:endParaRPr>
          </a:p>
        </p:txBody>
      </p:sp>
      <p:sp>
        <p:nvSpPr>
          <p:cNvPr id="143" name="Google Shape;143;p28"/>
          <p:cNvSpPr txBox="1"/>
          <p:nvPr>
            <p:ph idx="1" type="body"/>
          </p:nvPr>
        </p:nvSpPr>
        <p:spPr>
          <a:xfrm>
            <a:off x="1118700" y="1166624"/>
            <a:ext cx="6906600" cy="840300"/>
          </a:xfrm>
          <a:prstGeom prst="rect">
            <a:avLst/>
          </a:prstGeom>
          <a:noFill/>
          <a:ln>
            <a:noFill/>
          </a:ln>
        </p:spPr>
        <p:txBody>
          <a:bodyPr anchorCtr="0" anchor="ctr" bIns="93500" lIns="93500" spcFirstLastPara="1" rIns="93500" wrap="square" tIns="93500">
            <a:noAutofit/>
          </a:bodyPr>
          <a:lstStyle/>
          <a:p>
            <a:pPr indent="0" lvl="0" marL="0" marR="0" rtl="0" algn="ctr">
              <a:lnSpc>
                <a:spcPct val="115000"/>
              </a:lnSpc>
              <a:spcBef>
                <a:spcPts val="0"/>
              </a:spcBef>
              <a:spcAft>
                <a:spcPts val="0"/>
              </a:spcAft>
              <a:buClr>
                <a:schemeClr val="dk2"/>
              </a:buClr>
              <a:buSzPts val="1200"/>
              <a:buFont typeface="Arial"/>
              <a:buNone/>
            </a:pPr>
            <a:r>
              <a:rPr b="1" i="0" lang="en" sz="2300" u="none" cap="none" strike="noStrike">
                <a:solidFill>
                  <a:srgbClr val="000000"/>
                </a:solidFill>
                <a:latin typeface="Proxima Nova"/>
                <a:ea typeface="Proxima Nova"/>
                <a:cs typeface="Proxima Nova"/>
                <a:sym typeface="Proxima Nova"/>
              </a:rPr>
              <a:t>Congrats! We’re halfway through the Bootcamp! </a:t>
            </a:r>
            <a:endParaRPr b="0" i="0" sz="2500" u="none" cap="none" strike="noStrike">
              <a:solidFill>
                <a:srgbClr val="000000"/>
              </a:solidFill>
              <a:latin typeface="Proxima Nova"/>
              <a:ea typeface="Proxima Nova"/>
              <a:cs typeface="Proxima Nova"/>
              <a:sym typeface="Proxima Nova"/>
            </a:endParaRPr>
          </a:p>
        </p:txBody>
      </p:sp>
      <p:pic>
        <p:nvPicPr>
          <p:cNvPr id="144" name="Google Shape;144;p28"/>
          <p:cNvPicPr preferRelativeResize="0"/>
          <p:nvPr/>
        </p:nvPicPr>
        <p:blipFill rotWithShape="1">
          <a:blip r:embed="rId3">
            <a:alphaModFix/>
          </a:blip>
          <a:srcRect b="0" l="0" r="0" t="0"/>
          <a:stretch/>
        </p:blipFill>
        <p:spPr>
          <a:xfrm>
            <a:off x="4077649" y="1860750"/>
            <a:ext cx="988650" cy="1145800"/>
          </a:xfrm>
          <a:prstGeom prst="rect">
            <a:avLst/>
          </a:prstGeom>
          <a:noFill/>
          <a:ln>
            <a:noFill/>
          </a:ln>
        </p:spPr>
      </p:pic>
      <p:sp>
        <p:nvSpPr>
          <p:cNvPr id="145" name="Google Shape;145;p28"/>
          <p:cNvSpPr txBox="1"/>
          <p:nvPr>
            <p:ph idx="2" type="body"/>
          </p:nvPr>
        </p:nvSpPr>
        <p:spPr>
          <a:xfrm>
            <a:off x="1118700" y="3253324"/>
            <a:ext cx="6906600" cy="840300"/>
          </a:xfrm>
          <a:prstGeom prst="rect">
            <a:avLst/>
          </a:prstGeom>
          <a:noFill/>
          <a:ln>
            <a:noFill/>
          </a:ln>
        </p:spPr>
        <p:txBody>
          <a:bodyPr anchorCtr="0" anchor="ctr" bIns="93500" lIns="93500" spcFirstLastPara="1" rIns="93500" wrap="square" tIns="93500">
            <a:noAutofit/>
          </a:bodyPr>
          <a:lstStyle/>
          <a:p>
            <a:pPr indent="0" lvl="0" marL="0" marR="0" rtl="0" algn="ctr">
              <a:lnSpc>
                <a:spcPct val="115000"/>
              </a:lnSpc>
              <a:spcBef>
                <a:spcPts val="0"/>
              </a:spcBef>
              <a:spcAft>
                <a:spcPts val="0"/>
              </a:spcAft>
              <a:buClr>
                <a:schemeClr val="dk2"/>
              </a:buClr>
              <a:buSzPts val="1200"/>
              <a:buFont typeface="Arial"/>
              <a:buNone/>
            </a:pPr>
            <a:r>
              <a:rPr b="1" i="0" lang="en" sz="2300" u="none" cap="none" strike="noStrike">
                <a:solidFill>
                  <a:srgbClr val="000000"/>
                </a:solidFill>
                <a:latin typeface="Proxima Nova"/>
                <a:ea typeface="Proxima Nova"/>
                <a:cs typeface="Proxima Nova"/>
                <a:sym typeface="Proxima Nova"/>
              </a:rPr>
              <a:t>What is going well in your studying? What could be going better? Anything you want to change for the next two weeks? </a:t>
            </a:r>
            <a:endParaRPr b="0" i="0" sz="25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49" name="Shape 149"/>
        <p:cNvGrpSpPr/>
        <p:nvPr/>
      </p:nvGrpSpPr>
      <p:grpSpPr>
        <a:xfrm>
          <a:off x="0" y="0"/>
          <a:ext cx="0" cy="0"/>
          <a:chOff x="0" y="0"/>
          <a:chExt cx="0" cy="0"/>
        </a:xfrm>
      </p:grpSpPr>
      <p:sp>
        <p:nvSpPr>
          <p:cNvPr id="150" name="Google Shape;150;p2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51" name="Google Shape;151;p2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52" name="Google Shape;152;p2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DON’T FORGET</a:t>
            </a:r>
            <a:endParaRPr b="1" i="0" sz="4000" u="none" cap="none" strike="noStrike">
              <a:solidFill>
                <a:schemeClr val="lt1"/>
              </a:solidFill>
              <a:latin typeface="Roboto"/>
              <a:ea typeface="Roboto"/>
              <a:cs typeface="Roboto"/>
              <a:sym typeface="Roboto"/>
            </a:endParaRPr>
          </a:p>
        </p:txBody>
      </p:sp>
      <p:sp>
        <p:nvSpPr>
          <p:cNvPr id="153" name="Google Shape;153;p29"/>
          <p:cNvSpPr txBox="1"/>
          <p:nvPr/>
        </p:nvSpPr>
        <p:spPr>
          <a:xfrm>
            <a:off x="3905675" y="1273550"/>
            <a:ext cx="4588500" cy="314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000"/>
              </a:spcBef>
              <a:spcAft>
                <a:spcPts val="0"/>
              </a:spcAft>
              <a:buClr>
                <a:srgbClr val="000000"/>
              </a:buClr>
              <a:buSzPts val="1600"/>
              <a:buFont typeface="Arial"/>
              <a:buNone/>
            </a:pPr>
            <a:r>
              <a:rPr b="1" i="0" lang="en" sz="1600" u="none" cap="none" strike="noStrike">
                <a:solidFill>
                  <a:schemeClr val="dk2"/>
                </a:solidFill>
                <a:latin typeface="Proxima Nova"/>
                <a:ea typeface="Proxima Nova"/>
                <a:cs typeface="Proxima Nova"/>
                <a:sym typeface="Proxima Nova"/>
              </a:rPr>
              <a:t>Remember this fun way to get extra practice:</a:t>
            </a:r>
            <a:endParaRPr b="1" i="0" sz="1600" u="none" cap="none" strike="noStrike">
              <a:solidFill>
                <a:schemeClr val="dk2"/>
              </a:solidFill>
              <a:latin typeface="Proxima Nova"/>
              <a:ea typeface="Proxima Nova"/>
              <a:cs typeface="Proxima Nova"/>
              <a:sym typeface="Proxima Nova"/>
            </a:endParaRPr>
          </a:p>
          <a:p>
            <a:pPr indent="-330200" lvl="0" marL="457200" marR="0" rtl="0" algn="l">
              <a:lnSpc>
                <a:spcPct val="100000"/>
              </a:lnSpc>
              <a:spcBef>
                <a:spcPts val="1000"/>
              </a:spcBef>
              <a:spcAft>
                <a:spcPts val="0"/>
              </a:spcAft>
              <a:buClr>
                <a:srgbClr val="000000"/>
              </a:buClr>
              <a:buSzPts val="1600"/>
              <a:buFont typeface="Proxima Nova"/>
              <a:buChar char="●"/>
            </a:pPr>
            <a:r>
              <a:rPr b="0" i="0" lang="en" sz="1600" u="sng" cap="none" strike="noStrike">
                <a:solidFill>
                  <a:schemeClr val="hlink"/>
                </a:solidFill>
                <a:latin typeface="Proxima Nova"/>
                <a:ea typeface="Proxima Nova"/>
                <a:cs typeface="Proxima Nova"/>
                <a:sym typeface="Proxima Nova"/>
                <a:hlinkClick r:id="rId3"/>
              </a:rPr>
              <a:t>PlaySAT</a:t>
            </a:r>
            <a:r>
              <a:rPr b="0" i="0" lang="en" sz="1600" u="none" cap="none" strike="noStrike">
                <a:solidFill>
                  <a:srgbClr val="1D1C1D"/>
                </a:solidFill>
                <a:highlight>
                  <a:srgbClr val="FFFFFF"/>
                </a:highlight>
                <a:latin typeface="Proxima Nova"/>
                <a:ea typeface="Proxima Nova"/>
                <a:cs typeface="Proxima Nova"/>
                <a:sym typeface="Proxima Nova"/>
              </a:rPr>
              <a:t> is a daily SAT game created by a former Schoolhouse engineer! </a:t>
            </a:r>
            <a:r>
              <a:rPr b="0" i="0" lang="en" sz="1600" u="none" cap="none" strike="noStrike">
                <a:solidFill>
                  <a:srgbClr val="1D1C1D"/>
                </a:solidFill>
                <a:latin typeface="Proxima Nova"/>
                <a:ea typeface="Proxima Nova"/>
                <a:cs typeface="Proxima Nova"/>
                <a:sym typeface="Proxima Nova"/>
              </a:rPr>
              <a:t>PlaySAT</a:t>
            </a:r>
            <a:r>
              <a:rPr b="0" i="0" lang="en" sz="1600" u="none" cap="none" strike="noStrike">
                <a:solidFill>
                  <a:srgbClr val="1D1C1D"/>
                </a:solidFill>
                <a:highlight>
                  <a:srgbClr val="FFFFFF"/>
                </a:highlight>
                <a:latin typeface="Proxima Nova"/>
                <a:ea typeface="Proxima Nova"/>
                <a:cs typeface="Proxima Nova"/>
                <a:sym typeface="Proxima Nova"/>
              </a:rPr>
              <a:t> is managed by volunteers and has 3 new questions to practice with everyday!</a:t>
            </a:r>
            <a:endParaRPr b="0" i="0" sz="16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1000"/>
              </a:spcBef>
              <a:spcAft>
                <a:spcPts val="0"/>
              </a:spcAft>
              <a:buClr>
                <a:srgbClr val="000000"/>
              </a:buClr>
              <a:buSzPts val="1600"/>
              <a:buFont typeface="Arial"/>
              <a:buNone/>
            </a:pPr>
            <a:r>
              <a:t/>
            </a:r>
            <a:endParaRPr b="0" i="0" sz="16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1000"/>
              </a:spcBef>
              <a:spcAft>
                <a:spcPts val="0"/>
              </a:spcAft>
              <a:buClr>
                <a:srgbClr val="000000"/>
              </a:buClr>
              <a:buSzPts val="1500"/>
              <a:buFont typeface="Arial"/>
              <a:buNone/>
            </a:pPr>
            <a:r>
              <a:t/>
            </a:r>
            <a:endParaRPr b="0" i="0" sz="15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1000"/>
              </a:spcBef>
              <a:spcAft>
                <a:spcPts val="0"/>
              </a:spcAft>
              <a:buClr>
                <a:srgbClr val="000000"/>
              </a:buClr>
              <a:buSzPts val="1700"/>
              <a:buFont typeface="Arial"/>
              <a:buNone/>
            </a:pPr>
            <a:r>
              <a:t/>
            </a:r>
            <a:endParaRPr b="1" i="0" sz="1700" u="none" cap="none" strike="noStrike">
              <a:solidFill>
                <a:srgbClr val="000000"/>
              </a:solidFill>
              <a:latin typeface="Proxima Nova"/>
              <a:ea typeface="Proxima Nova"/>
              <a:cs typeface="Proxima Nova"/>
              <a:sym typeface="Proxima Nova"/>
            </a:endParaRPr>
          </a:p>
        </p:txBody>
      </p:sp>
      <p:pic>
        <p:nvPicPr>
          <p:cNvPr id="154" name="Google Shape;154;p29"/>
          <p:cNvPicPr preferRelativeResize="0"/>
          <p:nvPr/>
        </p:nvPicPr>
        <p:blipFill rotWithShape="1">
          <a:blip r:embed="rId4">
            <a:alphaModFix/>
          </a:blip>
          <a:srcRect b="0" l="0" r="0" t="0"/>
          <a:stretch/>
        </p:blipFill>
        <p:spPr>
          <a:xfrm>
            <a:off x="1264450" y="1766350"/>
            <a:ext cx="2034975" cy="2034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58" name="Shape 158"/>
        <p:cNvGrpSpPr/>
        <p:nvPr/>
      </p:nvGrpSpPr>
      <p:grpSpPr>
        <a:xfrm>
          <a:off x="0" y="0"/>
          <a:ext cx="0" cy="0"/>
          <a:chOff x="0" y="0"/>
          <a:chExt cx="0" cy="0"/>
        </a:xfrm>
      </p:grpSpPr>
      <p:sp>
        <p:nvSpPr>
          <p:cNvPr id="159" name="Google Shape;159;p3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60" name="Google Shape;160;p3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3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AGENDA</a:t>
            </a:r>
            <a:endParaRPr b="1" i="0" sz="4500" u="none" cap="none" strike="noStrike">
              <a:solidFill>
                <a:schemeClr val="lt1"/>
              </a:solidFill>
              <a:latin typeface="Roboto"/>
              <a:ea typeface="Roboto"/>
              <a:cs typeface="Roboto"/>
              <a:sym typeface="Roboto"/>
            </a:endParaRPr>
          </a:p>
        </p:txBody>
      </p:sp>
      <p:sp>
        <p:nvSpPr>
          <p:cNvPr id="162" name="Google Shape;162;p30"/>
          <p:cNvSpPr txBox="1"/>
          <p:nvPr/>
        </p:nvSpPr>
        <p:spPr>
          <a:xfrm>
            <a:off x="580950" y="1341375"/>
            <a:ext cx="7985100" cy="2057400"/>
          </a:xfrm>
          <a:prstGeom prst="rect">
            <a:avLst/>
          </a:prstGeom>
          <a:noFill/>
          <a:ln>
            <a:noFill/>
          </a:ln>
        </p:spPr>
        <p:txBody>
          <a:bodyPr anchorCtr="0" anchor="ctr" bIns="75575" lIns="75575" spcFirstLastPara="1" rIns="75575" wrap="square" tIns="75575">
            <a:noAutofit/>
          </a:bodyPr>
          <a:lstStyle/>
          <a:p>
            <a:pPr indent="0" lvl="0" marL="0" marR="0" rtl="0" algn="l">
              <a:lnSpc>
                <a:spcPct val="150000"/>
              </a:lnSpc>
              <a:spcBef>
                <a:spcPts val="0"/>
              </a:spcBef>
              <a:spcAft>
                <a:spcPts val="0"/>
              </a:spcAft>
              <a:buClr>
                <a:srgbClr val="000000"/>
              </a:buClr>
              <a:buSzPts val="2300"/>
              <a:buFont typeface="Arial"/>
              <a:buNone/>
            </a:pPr>
            <a:r>
              <a:rPr b="1" i="0" lang="en" sz="2300" u="none" cap="none" strike="noStrike">
                <a:solidFill>
                  <a:srgbClr val="000000"/>
                </a:solidFill>
                <a:highlight>
                  <a:srgbClr val="FCE3CE"/>
                </a:highlight>
                <a:latin typeface="Proxima Nova"/>
                <a:ea typeface="Proxima Nova"/>
                <a:cs typeface="Proxima Nova"/>
                <a:sym typeface="Proxima Nova"/>
              </a:rPr>
              <a:t>Geometry &amp; Trigonometry Practice	 					</a:t>
            </a:r>
            <a:r>
              <a:rPr b="0" i="0" lang="en" sz="2300" u="none" cap="none" strike="noStrike">
                <a:solidFill>
                  <a:srgbClr val="000000"/>
                </a:solidFill>
                <a:latin typeface="Proxima Nova"/>
                <a:ea typeface="Proxima Nova"/>
                <a:cs typeface="Proxima Nova"/>
                <a:sym typeface="Proxima Nova"/>
              </a:rPr>
              <a:t>30 min </a:t>
            </a:r>
            <a:endParaRPr b="0" i="0" sz="2300" u="none" cap="none" strike="noStrike">
              <a:solidFill>
                <a:srgbClr val="000000"/>
              </a:solidFill>
              <a:latin typeface="Proxima Nova"/>
              <a:ea typeface="Proxima Nova"/>
              <a:cs typeface="Proxima Nova"/>
              <a:sym typeface="Proxima Nova"/>
            </a:endParaRPr>
          </a:p>
          <a:p>
            <a:pPr indent="0" lvl="0" marL="0" marR="0" rtl="0" algn="l">
              <a:lnSpc>
                <a:spcPct val="150000"/>
              </a:lnSpc>
              <a:spcBef>
                <a:spcPts val="0"/>
              </a:spcBef>
              <a:spcAft>
                <a:spcPts val="0"/>
              </a:spcAft>
              <a:buClr>
                <a:srgbClr val="000000"/>
              </a:buClr>
              <a:buSzPts val="2300"/>
              <a:buFont typeface="Arial"/>
              <a:buNone/>
            </a:pPr>
            <a:r>
              <a:rPr b="1" i="0" lang="en" sz="2300" u="none" cap="none" strike="noStrike">
                <a:solidFill>
                  <a:srgbClr val="000000"/>
                </a:solidFill>
                <a:highlight>
                  <a:srgbClr val="E2F8E8"/>
                </a:highlight>
                <a:latin typeface="Proxima Nova"/>
                <a:ea typeface="Proxima Nova"/>
                <a:cs typeface="Proxima Nova"/>
                <a:sym typeface="Proxima Nova"/>
              </a:rPr>
              <a:t>Geometry &amp; Trigonometry Practice Test				</a:t>
            </a:r>
            <a:r>
              <a:rPr b="0" i="0" lang="en" sz="2300" u="none" cap="none" strike="noStrike">
                <a:solidFill>
                  <a:srgbClr val="000000"/>
                </a:solidFill>
                <a:latin typeface="Proxima Nova"/>
                <a:ea typeface="Proxima Nova"/>
                <a:cs typeface="Proxima Nova"/>
                <a:sym typeface="Proxima Nova"/>
              </a:rPr>
              <a:t>21 min</a:t>
            </a:r>
            <a:endParaRPr b="0" i="0" sz="2300" u="none" cap="none" strike="noStrike">
              <a:solidFill>
                <a:srgbClr val="000000"/>
              </a:solidFill>
              <a:latin typeface="Proxima Nova"/>
              <a:ea typeface="Proxima Nova"/>
              <a:cs typeface="Proxima Nova"/>
              <a:sym typeface="Proxima Nova"/>
            </a:endParaRPr>
          </a:p>
          <a:p>
            <a:pPr indent="0" lvl="0" marL="0" marR="0" rtl="0" algn="l">
              <a:lnSpc>
                <a:spcPct val="150000"/>
              </a:lnSpc>
              <a:spcBef>
                <a:spcPts val="0"/>
              </a:spcBef>
              <a:spcAft>
                <a:spcPts val="0"/>
              </a:spcAft>
              <a:buClr>
                <a:srgbClr val="000000"/>
              </a:buClr>
              <a:buSzPts val="2300"/>
              <a:buFont typeface="Arial"/>
              <a:buNone/>
            </a:pPr>
            <a:r>
              <a:rPr b="1" i="0" lang="en" sz="2300" u="none" cap="none" strike="noStrike">
                <a:solidFill>
                  <a:srgbClr val="000000"/>
                </a:solidFill>
                <a:highlight>
                  <a:srgbClr val="DDEDFD"/>
                </a:highlight>
                <a:latin typeface="Proxima Nova"/>
                <a:ea typeface="Proxima Nova"/>
                <a:cs typeface="Proxima Nova"/>
                <a:sym typeface="Proxima Nova"/>
              </a:rPr>
              <a:t>Review Practice Test										</a:t>
            </a:r>
            <a:r>
              <a:rPr b="0" i="0" lang="en" sz="2300" u="none" cap="none" strike="noStrike">
                <a:solidFill>
                  <a:srgbClr val="000000"/>
                </a:solidFill>
                <a:latin typeface="Proxima Nova"/>
                <a:ea typeface="Proxima Nova"/>
                <a:cs typeface="Proxima Nova"/>
                <a:sym typeface="Proxima Nova"/>
              </a:rPr>
              <a:t>19 min</a:t>
            </a:r>
            <a:endParaRPr b="0" i="0" sz="23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66" name="Shape 166"/>
        <p:cNvGrpSpPr/>
        <p:nvPr/>
      </p:nvGrpSpPr>
      <p:grpSpPr>
        <a:xfrm>
          <a:off x="0" y="0"/>
          <a:ext cx="0" cy="0"/>
          <a:chOff x="0" y="0"/>
          <a:chExt cx="0" cy="0"/>
        </a:xfrm>
      </p:grpSpPr>
      <p:sp>
        <p:nvSpPr>
          <p:cNvPr id="167" name="Google Shape;167;p31"/>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68" name="Google Shape;168;p31"/>
          <p:cNvSpPr txBox="1"/>
          <p:nvPr/>
        </p:nvSpPr>
        <p:spPr>
          <a:xfrm>
            <a:off x="1235325" y="1094875"/>
            <a:ext cx="6673500" cy="23964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TARGETED GROUP PRACTICE</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1" lang="en" sz="4000" u="none" cap="none" strike="noStrike">
                <a:solidFill>
                  <a:schemeClr val="lt1"/>
                </a:solidFill>
                <a:latin typeface="Roboto"/>
                <a:ea typeface="Roboto"/>
                <a:cs typeface="Roboto"/>
                <a:sym typeface="Roboto"/>
              </a:rPr>
              <a:t>30 minutes</a:t>
            </a:r>
            <a:endParaRPr b="0" i="1" sz="4000" u="none" cap="none" strike="noStrike">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72" name="Shape 172"/>
        <p:cNvGrpSpPr/>
        <p:nvPr/>
      </p:nvGrpSpPr>
      <p:grpSpPr>
        <a:xfrm>
          <a:off x="0" y="0"/>
          <a:ext cx="0" cy="0"/>
          <a:chOff x="0" y="0"/>
          <a:chExt cx="0" cy="0"/>
        </a:xfrm>
      </p:grpSpPr>
      <p:sp>
        <p:nvSpPr>
          <p:cNvPr id="173" name="Google Shape;173;p32"/>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74" name="Google Shape;174;p32"/>
          <p:cNvSpPr txBox="1"/>
          <p:nvPr/>
        </p:nvSpPr>
        <p:spPr>
          <a:xfrm>
            <a:off x="1235325" y="942475"/>
            <a:ext cx="6673500" cy="23964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500"/>
              <a:buFont typeface="Arial"/>
              <a:buNone/>
            </a:pPr>
            <a:r>
              <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Desmos Warm-Up</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1" lang="en" sz="4000" u="none" cap="none" strike="noStrike">
                <a:solidFill>
                  <a:schemeClr val="lt1"/>
                </a:solidFill>
                <a:latin typeface="Roboto"/>
                <a:ea typeface="Roboto"/>
                <a:cs typeface="Roboto"/>
                <a:sym typeface="Roboto"/>
              </a:rPr>
              <a:t>3-4 minutes</a:t>
            </a:r>
            <a:endParaRPr b="0" i="1" sz="4000" u="none" cap="none" strike="noStrike">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78" name="Shape 178"/>
        <p:cNvGrpSpPr/>
        <p:nvPr/>
      </p:nvGrpSpPr>
      <p:grpSpPr>
        <a:xfrm>
          <a:off x="0" y="0"/>
          <a:ext cx="0" cy="0"/>
          <a:chOff x="0" y="0"/>
          <a:chExt cx="0" cy="0"/>
        </a:xfrm>
      </p:grpSpPr>
      <p:sp>
        <p:nvSpPr>
          <p:cNvPr id="179" name="Google Shape;179;p33"/>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80" name="Google Shape;180;p33"/>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81" name="Google Shape;181;p33"/>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t/>
            </a:r>
            <a:endParaRPr b="1" i="0" sz="4500" u="none" cap="none" strike="noStrike">
              <a:solidFill>
                <a:schemeClr val="lt1"/>
              </a:solidFill>
              <a:latin typeface="Roboto"/>
              <a:ea typeface="Roboto"/>
              <a:cs typeface="Roboto"/>
              <a:sym typeface="Roboto"/>
            </a:endParaRPr>
          </a:p>
        </p:txBody>
      </p:sp>
      <p:sp>
        <p:nvSpPr>
          <p:cNvPr id="182" name="Google Shape;182;p33"/>
          <p:cNvSpPr txBox="1"/>
          <p:nvPr/>
        </p:nvSpPr>
        <p:spPr>
          <a:xfrm>
            <a:off x="415650" y="279975"/>
            <a:ext cx="8312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1" i="0" lang="en" sz="3800" u="none" cap="none" strike="noStrike">
                <a:solidFill>
                  <a:schemeClr val="lt1"/>
                </a:solidFill>
                <a:latin typeface="Roboto"/>
                <a:ea typeface="Roboto"/>
                <a:cs typeface="Roboto"/>
                <a:sym typeface="Roboto"/>
              </a:rPr>
              <a:t>DESMOS WARM-UP</a:t>
            </a:r>
            <a:endParaRPr b="1" i="0" sz="4200" u="none" cap="none" strike="noStrike">
              <a:solidFill>
                <a:schemeClr val="lt1"/>
              </a:solidFill>
              <a:latin typeface="Roboto"/>
              <a:ea typeface="Roboto"/>
              <a:cs typeface="Roboto"/>
              <a:sym typeface="Roboto"/>
            </a:endParaRPr>
          </a:p>
        </p:txBody>
      </p:sp>
      <p:pic>
        <p:nvPicPr>
          <p:cNvPr id="183" name="Google Shape;183;p33"/>
          <p:cNvPicPr preferRelativeResize="0"/>
          <p:nvPr/>
        </p:nvPicPr>
        <p:blipFill rotWithShape="1">
          <a:blip r:embed="rId3">
            <a:alphaModFix/>
          </a:blip>
          <a:srcRect b="0" l="0" r="0" t="0"/>
          <a:stretch/>
        </p:blipFill>
        <p:spPr>
          <a:xfrm>
            <a:off x="2116125" y="1595950"/>
            <a:ext cx="4911750" cy="3028750"/>
          </a:xfrm>
          <a:prstGeom prst="rect">
            <a:avLst/>
          </a:prstGeom>
          <a:noFill/>
          <a:ln cap="flat" cmpd="sng" w="9525">
            <a:solidFill>
              <a:schemeClr val="dk2"/>
            </a:solidFill>
            <a:prstDash val="solid"/>
            <a:round/>
            <a:headEnd len="sm" w="sm" type="none"/>
            <a:tailEnd len="sm" w="sm" type="none"/>
          </a:ln>
        </p:spPr>
      </p:pic>
      <p:sp>
        <p:nvSpPr>
          <p:cNvPr id="184" name="Google Shape;184;p33"/>
          <p:cNvSpPr txBox="1"/>
          <p:nvPr/>
        </p:nvSpPr>
        <p:spPr>
          <a:xfrm>
            <a:off x="619525" y="1070800"/>
            <a:ext cx="7938600" cy="47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2"/>
              </a:buClr>
              <a:buSzPts val="1100"/>
              <a:buFont typeface="Arial"/>
              <a:buNone/>
            </a:pPr>
            <a:r>
              <a:rPr b="1" i="0" lang="en" sz="2000" u="none" cap="none" strike="noStrike">
                <a:solidFill>
                  <a:schemeClr val="dk2"/>
                </a:solidFill>
                <a:latin typeface="Proxima Nova"/>
                <a:ea typeface="Proxima Nova"/>
                <a:cs typeface="Proxima Nova"/>
                <a:sym typeface="Proxima Nova"/>
              </a:rPr>
              <a:t>Brainstorm how Desmos could help you solve this problem. </a:t>
            </a:r>
            <a:endParaRPr b="1" i="0" sz="2000" u="none" cap="none" strike="noStrike">
              <a:solidFill>
                <a:schemeClr val="dk2"/>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88" name="Shape 188"/>
        <p:cNvGrpSpPr/>
        <p:nvPr/>
      </p:nvGrpSpPr>
      <p:grpSpPr>
        <a:xfrm>
          <a:off x="0" y="0"/>
          <a:ext cx="0" cy="0"/>
          <a:chOff x="0" y="0"/>
          <a:chExt cx="0" cy="0"/>
        </a:xfrm>
      </p:grpSpPr>
      <p:sp>
        <p:nvSpPr>
          <p:cNvPr id="189" name="Google Shape;189;p34"/>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a:t>
            </a:r>
            <a:endParaRPr b="0" i="0" sz="1200" u="none" cap="none" strike="noStrike">
              <a:solidFill>
                <a:srgbClr val="000000"/>
              </a:solidFill>
              <a:latin typeface="Arial"/>
              <a:ea typeface="Arial"/>
              <a:cs typeface="Arial"/>
              <a:sym typeface="Arial"/>
            </a:endParaRPr>
          </a:p>
        </p:txBody>
      </p:sp>
      <p:sp>
        <p:nvSpPr>
          <p:cNvPr id="190" name="Google Shape;190;p34"/>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191" name="Google Shape;191;p34"/>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t/>
            </a:r>
            <a:endParaRPr b="1" i="0" sz="4500" u="none" cap="none" strike="noStrike">
              <a:solidFill>
                <a:schemeClr val="lt1"/>
              </a:solidFill>
              <a:latin typeface="Roboto"/>
              <a:ea typeface="Roboto"/>
              <a:cs typeface="Roboto"/>
              <a:sym typeface="Roboto"/>
            </a:endParaRPr>
          </a:p>
        </p:txBody>
      </p:sp>
      <p:sp>
        <p:nvSpPr>
          <p:cNvPr id="192" name="Google Shape;192;p34"/>
          <p:cNvSpPr txBox="1"/>
          <p:nvPr/>
        </p:nvSpPr>
        <p:spPr>
          <a:xfrm>
            <a:off x="415650" y="279975"/>
            <a:ext cx="83127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1" i="0" lang="en" sz="3800" u="none" cap="none" strike="noStrike">
                <a:solidFill>
                  <a:schemeClr val="lt1"/>
                </a:solidFill>
                <a:latin typeface="Roboto"/>
                <a:ea typeface="Roboto"/>
                <a:cs typeface="Roboto"/>
                <a:sym typeface="Roboto"/>
              </a:rPr>
              <a:t>DESMOS DEMO</a:t>
            </a:r>
            <a:endParaRPr b="1" i="0" sz="4200" u="none" cap="none" strike="noStrike">
              <a:solidFill>
                <a:schemeClr val="lt1"/>
              </a:solidFill>
              <a:latin typeface="Roboto"/>
              <a:ea typeface="Roboto"/>
              <a:cs typeface="Roboto"/>
              <a:sym typeface="Roboto"/>
            </a:endParaRPr>
          </a:p>
        </p:txBody>
      </p:sp>
      <p:sp>
        <p:nvSpPr>
          <p:cNvPr id="193" name="Google Shape;193;p34"/>
          <p:cNvSpPr txBox="1"/>
          <p:nvPr/>
        </p:nvSpPr>
        <p:spPr>
          <a:xfrm>
            <a:off x="635850" y="1196250"/>
            <a:ext cx="2999700" cy="353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1" i="0" lang="en" sz="1700" u="none" cap="none" strike="noStrike">
                <a:solidFill>
                  <a:schemeClr val="dk2"/>
                </a:solidFill>
                <a:latin typeface="Proxima Nova"/>
                <a:ea typeface="Proxima Nova"/>
                <a:cs typeface="Proxima Nova"/>
                <a:sym typeface="Proxima Nova"/>
              </a:rPr>
              <a:t>Steps to solve:</a:t>
            </a:r>
            <a:endParaRPr b="1" i="0" sz="1700" u="none" cap="none" strike="noStrike">
              <a:solidFill>
                <a:schemeClr val="dk2"/>
              </a:solidFill>
              <a:latin typeface="Proxima Nova"/>
              <a:ea typeface="Proxima Nova"/>
              <a:cs typeface="Proxima Nova"/>
              <a:sym typeface="Proxima Nova"/>
            </a:endParaRPr>
          </a:p>
          <a:p>
            <a:pPr indent="-336550" lvl="0" marL="457200" marR="0" rtl="0" algn="l">
              <a:lnSpc>
                <a:spcPct val="115000"/>
              </a:lnSpc>
              <a:spcBef>
                <a:spcPts val="1000"/>
              </a:spcBef>
              <a:spcAft>
                <a:spcPts val="0"/>
              </a:spcAft>
              <a:buClr>
                <a:schemeClr val="dk2"/>
              </a:buClr>
              <a:buSzPts val="1700"/>
              <a:buFont typeface="Proxima Nova Semibold"/>
              <a:buAutoNum type="arabicPeriod"/>
            </a:pPr>
            <a:r>
              <a:rPr b="0" i="0" lang="en" sz="1700" u="none" cap="none" strike="noStrike">
                <a:solidFill>
                  <a:schemeClr val="dk2"/>
                </a:solidFill>
                <a:latin typeface="Proxima Nova Semibold"/>
                <a:ea typeface="Proxima Nova Semibold"/>
                <a:cs typeface="Proxima Nova Semibold"/>
                <a:sym typeface="Proxima Nova Semibold"/>
              </a:rPr>
              <a:t>Consider interior + supplementary angles add to 180 (to get blue equation)</a:t>
            </a:r>
            <a:endParaRPr b="0" i="0" sz="1700" u="none" cap="none" strike="noStrike">
              <a:solidFill>
                <a:schemeClr val="dk2"/>
              </a:solidFill>
              <a:latin typeface="Proxima Nova Semibold"/>
              <a:ea typeface="Proxima Nova Semibold"/>
              <a:cs typeface="Proxima Nova Semibold"/>
              <a:sym typeface="Proxima Nova Semibold"/>
            </a:endParaRPr>
          </a:p>
          <a:p>
            <a:pPr indent="-336550" lvl="0" marL="457200" marR="0" rtl="0" algn="l">
              <a:lnSpc>
                <a:spcPct val="115000"/>
              </a:lnSpc>
              <a:spcBef>
                <a:spcPts val="1000"/>
              </a:spcBef>
              <a:spcAft>
                <a:spcPts val="0"/>
              </a:spcAft>
              <a:buClr>
                <a:schemeClr val="dk2"/>
              </a:buClr>
              <a:buSzPts val="1700"/>
              <a:buFont typeface="Proxima Nova Semibold"/>
              <a:buAutoNum type="arabicPeriod"/>
            </a:pPr>
            <a:r>
              <a:rPr b="0" i="0" lang="en" sz="1700" u="none" cap="none" strike="noStrike">
                <a:solidFill>
                  <a:schemeClr val="dk2"/>
                </a:solidFill>
                <a:latin typeface="Proxima Nova Semibold"/>
                <a:ea typeface="Proxima Nova Semibold"/>
                <a:cs typeface="Proxima Nova Semibold"/>
                <a:sym typeface="Proxima Nova Semibold"/>
              </a:rPr>
              <a:t>Input system of equations</a:t>
            </a:r>
            <a:endParaRPr b="0" i="0" sz="1700" u="none" cap="none" strike="noStrike">
              <a:solidFill>
                <a:schemeClr val="dk2"/>
              </a:solidFill>
              <a:latin typeface="Proxima Nova Semibold"/>
              <a:ea typeface="Proxima Nova Semibold"/>
              <a:cs typeface="Proxima Nova Semibold"/>
              <a:sym typeface="Proxima Nova Semibold"/>
            </a:endParaRPr>
          </a:p>
          <a:p>
            <a:pPr indent="-336550" lvl="0" marL="457200" marR="0" rtl="0" algn="l">
              <a:lnSpc>
                <a:spcPct val="115000"/>
              </a:lnSpc>
              <a:spcBef>
                <a:spcPts val="1000"/>
              </a:spcBef>
              <a:spcAft>
                <a:spcPts val="1000"/>
              </a:spcAft>
              <a:buClr>
                <a:schemeClr val="dk2"/>
              </a:buClr>
              <a:buSzPts val="1700"/>
              <a:buFont typeface="Proxima Nova Semibold"/>
              <a:buAutoNum type="arabicPeriod"/>
            </a:pPr>
            <a:r>
              <a:rPr b="0" i="0" lang="en" sz="1700" u="none" cap="none" strike="noStrike">
                <a:solidFill>
                  <a:schemeClr val="dk2"/>
                </a:solidFill>
                <a:latin typeface="Proxima Nova Semibold"/>
                <a:ea typeface="Proxima Nova Semibold"/>
                <a:cs typeface="Proxima Nova Semibold"/>
                <a:sym typeface="Proxima Nova Semibold"/>
              </a:rPr>
              <a:t>Zoom out to find intersection point, which is solution</a:t>
            </a:r>
            <a:endParaRPr b="0" i="0" sz="1700" u="none" cap="none" strike="noStrike">
              <a:solidFill>
                <a:schemeClr val="dk2"/>
              </a:solidFill>
              <a:latin typeface="Proxima Nova Semibold"/>
              <a:ea typeface="Proxima Nova Semibold"/>
              <a:cs typeface="Proxima Nova Semibold"/>
              <a:sym typeface="Proxima Nova Semibold"/>
            </a:endParaRPr>
          </a:p>
        </p:txBody>
      </p:sp>
      <p:pic>
        <p:nvPicPr>
          <p:cNvPr id="194" name="Google Shape;194;p34"/>
          <p:cNvPicPr preferRelativeResize="0"/>
          <p:nvPr/>
        </p:nvPicPr>
        <p:blipFill rotWithShape="1">
          <a:blip r:embed="rId3">
            <a:alphaModFix/>
          </a:blip>
          <a:srcRect b="0" l="0" r="0" t="0"/>
          <a:stretch/>
        </p:blipFill>
        <p:spPr>
          <a:xfrm>
            <a:off x="4005225" y="1377725"/>
            <a:ext cx="4407849" cy="2828425"/>
          </a:xfrm>
          <a:prstGeom prst="rect">
            <a:avLst/>
          </a:prstGeom>
          <a:noFill/>
          <a:ln cap="flat" cmpd="sng" w="9525">
            <a:solidFill>
              <a:schemeClr val="dk2"/>
            </a:solidFill>
            <a:prstDash val="solid"/>
            <a:round/>
            <a:headEnd len="sm" w="sm" type="none"/>
            <a:tailEnd len="sm" w="sm" type="none"/>
          </a:ln>
        </p:spPr>
      </p:pic>
      <p:sp>
        <p:nvSpPr>
          <p:cNvPr id="195" name="Google Shape;195;p34"/>
          <p:cNvSpPr txBox="1"/>
          <p:nvPr/>
        </p:nvSpPr>
        <p:spPr>
          <a:xfrm>
            <a:off x="4005225" y="4206150"/>
            <a:ext cx="44079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1000"/>
              </a:spcAft>
              <a:buClr>
                <a:srgbClr val="000000"/>
              </a:buClr>
              <a:buSzPts val="1100"/>
              <a:buFont typeface="Arial"/>
              <a:buNone/>
            </a:pPr>
            <a:r>
              <a:rPr b="1" i="0" lang="en" sz="1100" u="none" cap="none" strike="noStrike">
                <a:solidFill>
                  <a:schemeClr val="dk2"/>
                </a:solidFill>
                <a:latin typeface="Proxima Nova"/>
                <a:ea typeface="Proxima Nova"/>
                <a:cs typeface="Proxima Nova"/>
                <a:sym typeface="Proxima Nova"/>
              </a:rPr>
              <a:t>*Not a drawing of the original lines in the question! </a:t>
            </a:r>
            <a:br>
              <a:rPr b="1" i="0" lang="en" sz="1100" u="none" cap="none" strike="noStrike">
                <a:solidFill>
                  <a:schemeClr val="dk2"/>
                </a:solidFill>
                <a:latin typeface="Proxima Nova"/>
                <a:ea typeface="Proxima Nova"/>
                <a:cs typeface="Proxima Nova"/>
                <a:sym typeface="Proxima Nova"/>
              </a:rPr>
            </a:br>
            <a:r>
              <a:rPr b="1" i="0" lang="en" sz="1100" u="none" cap="none" strike="noStrike">
                <a:solidFill>
                  <a:schemeClr val="dk2"/>
                </a:solidFill>
                <a:latin typeface="Proxima Nova"/>
                <a:ea typeface="Proxima Nova"/>
                <a:cs typeface="Proxima Nova"/>
                <a:sym typeface="Proxima Nova"/>
              </a:rPr>
              <a:t>These lines represent equations</a:t>
            </a:r>
            <a:endParaRPr b="0" i="0" sz="1100" u="none" cap="none" strike="noStrike">
              <a:solidFill>
                <a:schemeClr val="dk2"/>
              </a:solidFill>
              <a:latin typeface="Proxima Nova Semibold"/>
              <a:ea typeface="Proxima Nova Semibold"/>
              <a:cs typeface="Proxima Nova Semibold"/>
              <a:sym typeface="Proxima Nova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99" name="Shape 199"/>
        <p:cNvGrpSpPr/>
        <p:nvPr/>
      </p:nvGrpSpPr>
      <p:grpSpPr>
        <a:xfrm>
          <a:off x="0" y="0"/>
          <a:ext cx="0" cy="0"/>
          <a:chOff x="0" y="0"/>
          <a:chExt cx="0" cy="0"/>
        </a:xfrm>
      </p:grpSpPr>
      <p:sp>
        <p:nvSpPr>
          <p:cNvPr id="200" name="Google Shape;200;p35"/>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01" name="Google Shape;201;p35"/>
          <p:cNvSpPr txBox="1"/>
          <p:nvPr/>
        </p:nvSpPr>
        <p:spPr>
          <a:xfrm>
            <a:off x="802200" y="580425"/>
            <a:ext cx="7644600" cy="35628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100"/>
              <a:buFont typeface="Arial"/>
              <a:buNone/>
            </a:pPr>
            <a:r>
              <a:rPr b="1" i="0" lang="en" sz="5100" u="none" cap="none" strike="noStrike">
                <a:solidFill>
                  <a:schemeClr val="lt1"/>
                </a:solidFill>
                <a:latin typeface="Roboto"/>
                <a:ea typeface="Roboto"/>
                <a:cs typeface="Roboto"/>
                <a:sym typeface="Roboto"/>
              </a:rPr>
              <a:t>GEOMETRY &amp; TRIGONOMETRY</a:t>
            </a:r>
            <a:endParaRPr b="1" i="0" sz="51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FOCUS SKILL #1</a:t>
            </a:r>
            <a:endParaRPr b="0" i="1" sz="4000" u="none" cap="none" strike="noStrike">
              <a:solidFill>
                <a:schemeClr val="l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05" name="Shape 205"/>
        <p:cNvGrpSpPr/>
        <p:nvPr/>
      </p:nvGrpSpPr>
      <p:grpSpPr>
        <a:xfrm>
          <a:off x="0" y="0"/>
          <a:ext cx="0" cy="0"/>
          <a:chOff x="0" y="0"/>
          <a:chExt cx="0" cy="0"/>
        </a:xfrm>
      </p:grpSpPr>
      <p:sp>
        <p:nvSpPr>
          <p:cNvPr id="206" name="Google Shape;206;p3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207" name="Google Shape;207;p3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208" name="Google Shape;208;p3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4500">
                <a:solidFill>
                  <a:schemeClr val="lt1"/>
                </a:solidFill>
                <a:latin typeface="Roboto"/>
                <a:ea typeface="Roboto"/>
                <a:cs typeface="Roboto"/>
                <a:sym typeface="Roboto"/>
              </a:rPr>
              <a:t>FOCUS SKILL #1</a:t>
            </a:r>
            <a:endParaRPr b="1" sz="4500">
              <a:solidFill>
                <a:schemeClr val="lt1"/>
              </a:solidFill>
              <a:latin typeface="Roboto"/>
              <a:ea typeface="Roboto"/>
              <a:cs typeface="Roboto"/>
              <a:sym typeface="Roboto"/>
            </a:endParaRPr>
          </a:p>
        </p:txBody>
      </p:sp>
      <p:sp>
        <p:nvSpPr>
          <p:cNvPr id="209" name="Google Shape;209;p36"/>
          <p:cNvSpPr txBox="1"/>
          <p:nvPr/>
        </p:nvSpPr>
        <p:spPr>
          <a:xfrm>
            <a:off x="721050" y="2100554"/>
            <a:ext cx="7701900" cy="1410300"/>
          </a:xfrm>
          <a:prstGeom prst="rect">
            <a:avLst/>
          </a:prstGeom>
          <a:noFill/>
          <a:ln>
            <a:noFill/>
          </a:ln>
        </p:spPr>
        <p:txBody>
          <a:bodyPr anchorCtr="0" anchor="ctr" bIns="75575" lIns="75575" spcFirstLastPara="1" rIns="75575" wrap="square" tIns="75575">
            <a:noAutofit/>
          </a:bodyPr>
          <a:lstStyle/>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Right Triangles </a:t>
            </a:r>
            <a:endParaRPr b="1" sz="4500">
              <a:latin typeface="Proxima Nova"/>
              <a:ea typeface="Proxima Nova"/>
              <a:cs typeface="Proxima Nova"/>
              <a:sym typeface="Proxima Nova"/>
            </a:endParaRPr>
          </a:p>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and Trigonometry</a:t>
            </a:r>
            <a:endParaRPr b="1" sz="4500">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14" name="Shape 114"/>
        <p:cNvGrpSpPr/>
        <p:nvPr/>
      </p:nvGrpSpPr>
      <p:grpSpPr>
        <a:xfrm>
          <a:off x="0" y="0"/>
          <a:ext cx="0" cy="0"/>
          <a:chOff x="0" y="0"/>
          <a:chExt cx="0" cy="0"/>
        </a:xfrm>
      </p:grpSpPr>
      <p:sp>
        <p:nvSpPr>
          <p:cNvPr id="115" name="Google Shape;115;p2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6" name="Google Shape;116;p2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7" name="Google Shape;117;p2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4500">
                <a:solidFill>
                  <a:schemeClr val="lt1"/>
                </a:solidFill>
                <a:latin typeface="Roboto"/>
                <a:ea typeface="Roboto"/>
                <a:cs typeface="Roboto"/>
                <a:sym typeface="Roboto"/>
              </a:rPr>
              <a:t>FOCUS SKILL</a:t>
            </a:r>
            <a:endParaRPr b="1" sz="4500">
              <a:solidFill>
                <a:schemeClr val="lt1"/>
              </a:solidFill>
              <a:latin typeface="Roboto"/>
              <a:ea typeface="Roboto"/>
              <a:cs typeface="Roboto"/>
              <a:sym typeface="Roboto"/>
            </a:endParaRPr>
          </a:p>
        </p:txBody>
      </p:sp>
      <p:sp>
        <p:nvSpPr>
          <p:cNvPr id="118" name="Google Shape;118;p26"/>
          <p:cNvSpPr txBox="1"/>
          <p:nvPr/>
        </p:nvSpPr>
        <p:spPr>
          <a:xfrm>
            <a:off x="721050" y="2100554"/>
            <a:ext cx="7701900" cy="1410300"/>
          </a:xfrm>
          <a:prstGeom prst="rect">
            <a:avLst/>
          </a:prstGeom>
          <a:noFill/>
          <a:ln>
            <a:noFill/>
          </a:ln>
        </p:spPr>
        <p:txBody>
          <a:bodyPr anchorCtr="0" anchor="ctr" bIns="75575" lIns="75575" spcFirstLastPara="1" rIns="75575" wrap="square" tIns="75575">
            <a:noAutofit/>
          </a:bodyPr>
          <a:lstStyle/>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Right Triangles </a:t>
            </a:r>
            <a:endParaRPr b="1" sz="4500">
              <a:latin typeface="Proxima Nova"/>
              <a:ea typeface="Proxima Nova"/>
              <a:cs typeface="Proxima Nova"/>
              <a:sym typeface="Proxima Nova"/>
            </a:endParaRPr>
          </a:p>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and Trigonometry</a:t>
            </a:r>
            <a:endParaRPr b="1" sz="4500">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21" name="Shape 221"/>
        <p:cNvGrpSpPr/>
        <p:nvPr/>
      </p:nvGrpSpPr>
      <p:grpSpPr>
        <a:xfrm>
          <a:off x="0" y="0"/>
          <a:ext cx="0" cy="0"/>
          <a:chOff x="0" y="0"/>
          <a:chExt cx="0" cy="0"/>
        </a:xfrm>
      </p:grpSpPr>
      <p:sp>
        <p:nvSpPr>
          <p:cNvPr id="222" name="Google Shape;222;p3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3" name="Google Shape;223;p3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4" name="Google Shape;224;p3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1: I DO</a:t>
            </a:r>
            <a:endParaRPr b="1" i="0" sz="4000" u="none" cap="none" strike="noStrike">
              <a:solidFill>
                <a:schemeClr val="lt1"/>
              </a:solidFill>
              <a:latin typeface="Roboto"/>
              <a:ea typeface="Roboto"/>
              <a:cs typeface="Roboto"/>
              <a:sym typeface="Roboto"/>
            </a:endParaRPr>
          </a:p>
        </p:txBody>
      </p:sp>
      <p:sp>
        <p:nvSpPr>
          <p:cNvPr id="225" name="Google Shape;225;p38"/>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26" name="Google Shape;226;p38"/>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30" name="Shape 230"/>
        <p:cNvGrpSpPr/>
        <p:nvPr/>
      </p:nvGrpSpPr>
      <p:grpSpPr>
        <a:xfrm>
          <a:off x="0" y="0"/>
          <a:ext cx="0" cy="0"/>
          <a:chOff x="0" y="0"/>
          <a:chExt cx="0" cy="0"/>
        </a:xfrm>
      </p:grpSpPr>
      <p:sp>
        <p:nvSpPr>
          <p:cNvPr id="231" name="Google Shape;231;p3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32" name="Google Shape;232;p3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33" name="Google Shape;233;p3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2: WE DO</a:t>
            </a:r>
            <a:endParaRPr b="1" i="0" sz="4000" u="none" cap="none" strike="noStrike">
              <a:solidFill>
                <a:schemeClr val="lt1"/>
              </a:solidFill>
              <a:latin typeface="Roboto"/>
              <a:ea typeface="Roboto"/>
              <a:cs typeface="Roboto"/>
              <a:sym typeface="Roboto"/>
            </a:endParaRPr>
          </a:p>
        </p:txBody>
      </p:sp>
      <p:sp>
        <p:nvSpPr>
          <p:cNvPr id="234" name="Google Shape;234;p39"/>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35" name="Google Shape;235;p39"/>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39" name="Shape 239"/>
        <p:cNvGrpSpPr/>
        <p:nvPr/>
      </p:nvGrpSpPr>
      <p:grpSpPr>
        <a:xfrm>
          <a:off x="0" y="0"/>
          <a:ext cx="0" cy="0"/>
          <a:chOff x="0" y="0"/>
          <a:chExt cx="0" cy="0"/>
        </a:xfrm>
      </p:grpSpPr>
      <p:sp>
        <p:nvSpPr>
          <p:cNvPr id="240" name="Google Shape;240;p4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41" name="Google Shape;241;p4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42" name="Google Shape;242;p4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3: WE DO</a:t>
            </a:r>
            <a:endParaRPr b="1" i="0" sz="4500" u="none" cap="none" strike="noStrike">
              <a:solidFill>
                <a:schemeClr val="lt1"/>
              </a:solidFill>
              <a:latin typeface="Roboto"/>
              <a:ea typeface="Roboto"/>
              <a:cs typeface="Roboto"/>
              <a:sym typeface="Roboto"/>
            </a:endParaRPr>
          </a:p>
        </p:txBody>
      </p:sp>
      <p:sp>
        <p:nvSpPr>
          <p:cNvPr id="243" name="Google Shape;243;p40"/>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44" name="Google Shape;244;p40"/>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
        <p:nvSpPr>
          <p:cNvPr id="245" name="Google Shape;245;p40"/>
          <p:cNvSpPr txBox="1"/>
          <p:nvPr/>
        </p:nvSpPr>
        <p:spPr>
          <a:xfrm>
            <a:off x="7630425" y="85575"/>
            <a:ext cx="1419600" cy="33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If time permits</a:t>
            </a:r>
            <a:endParaRPr b="1" i="1"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49" name="Shape 249"/>
        <p:cNvGrpSpPr/>
        <p:nvPr/>
      </p:nvGrpSpPr>
      <p:grpSpPr>
        <a:xfrm>
          <a:off x="0" y="0"/>
          <a:ext cx="0" cy="0"/>
          <a:chOff x="0" y="0"/>
          <a:chExt cx="0" cy="0"/>
        </a:xfrm>
      </p:grpSpPr>
      <p:sp>
        <p:nvSpPr>
          <p:cNvPr id="250" name="Google Shape;250;p41"/>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51" name="Google Shape;251;p41"/>
          <p:cNvSpPr txBox="1"/>
          <p:nvPr/>
        </p:nvSpPr>
        <p:spPr>
          <a:xfrm>
            <a:off x="802200" y="580425"/>
            <a:ext cx="7644600" cy="35628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100"/>
              <a:buFont typeface="Arial"/>
              <a:buNone/>
            </a:pPr>
            <a:r>
              <a:rPr b="1" i="0" lang="en" sz="5100" u="none" cap="none" strike="noStrike">
                <a:solidFill>
                  <a:schemeClr val="lt1"/>
                </a:solidFill>
                <a:latin typeface="Roboto"/>
                <a:ea typeface="Roboto"/>
                <a:cs typeface="Roboto"/>
                <a:sym typeface="Roboto"/>
              </a:rPr>
              <a:t>GEOMETRY &amp; TRIGONOMETRY</a:t>
            </a:r>
            <a:endParaRPr b="1" i="0" sz="51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FOCUS SKILL #2</a:t>
            </a:r>
            <a:endParaRPr b="0" i="1" sz="4000" u="none" cap="none" strike="noStrike">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55" name="Shape 255"/>
        <p:cNvGrpSpPr/>
        <p:nvPr/>
      </p:nvGrpSpPr>
      <p:grpSpPr>
        <a:xfrm>
          <a:off x="0" y="0"/>
          <a:ext cx="0" cy="0"/>
          <a:chOff x="0" y="0"/>
          <a:chExt cx="0" cy="0"/>
        </a:xfrm>
      </p:grpSpPr>
      <p:sp>
        <p:nvSpPr>
          <p:cNvPr id="256" name="Google Shape;256;p42"/>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57" name="Google Shape;257;p42"/>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58" name="Google Shape;258;p42"/>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FOCUS SKILL #2</a:t>
            </a:r>
            <a:endParaRPr b="1" i="0" sz="4500" u="none" cap="none" strike="noStrike">
              <a:solidFill>
                <a:schemeClr val="lt1"/>
              </a:solidFill>
              <a:latin typeface="Roboto"/>
              <a:ea typeface="Roboto"/>
              <a:cs typeface="Roboto"/>
              <a:sym typeface="Roboto"/>
            </a:endParaRPr>
          </a:p>
        </p:txBody>
      </p:sp>
      <p:sp>
        <p:nvSpPr>
          <p:cNvPr id="259" name="Google Shape;259;p42"/>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1" i="1" lang="en" sz="4800">
                <a:solidFill>
                  <a:schemeClr val="dk2"/>
                </a:solidFill>
                <a:latin typeface="Proxima Nova"/>
                <a:ea typeface="Proxima Nova"/>
                <a:cs typeface="Proxima Nova"/>
                <a:sym typeface="Proxima Nova"/>
              </a:rPr>
              <a:t>CIRCLES</a:t>
            </a:r>
            <a:endParaRPr b="1" i="1" sz="4800">
              <a:solidFill>
                <a:schemeClr val="dk2"/>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14" name="Shape 114"/>
        <p:cNvGrpSpPr/>
        <p:nvPr/>
      </p:nvGrpSpPr>
      <p:grpSpPr>
        <a:xfrm>
          <a:off x="0" y="0"/>
          <a:ext cx="0" cy="0"/>
          <a:chOff x="0" y="0"/>
          <a:chExt cx="0" cy="0"/>
        </a:xfrm>
      </p:grpSpPr>
      <p:sp>
        <p:nvSpPr>
          <p:cNvPr id="115" name="Google Shape;115;p2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6" name="Google Shape;116;p2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7" name="Google Shape;117;p2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4500">
                <a:solidFill>
                  <a:schemeClr val="lt1"/>
                </a:solidFill>
                <a:latin typeface="Roboto"/>
                <a:ea typeface="Roboto"/>
                <a:cs typeface="Roboto"/>
                <a:sym typeface="Roboto"/>
              </a:rPr>
              <a:t>FOCUS SKILL #4</a:t>
            </a:r>
            <a:endParaRPr b="1" sz="4500">
              <a:solidFill>
                <a:schemeClr val="lt1"/>
              </a:solidFill>
              <a:latin typeface="Roboto"/>
              <a:ea typeface="Roboto"/>
              <a:cs typeface="Roboto"/>
              <a:sym typeface="Roboto"/>
            </a:endParaRPr>
          </a:p>
        </p:txBody>
      </p:sp>
      <p:sp>
        <p:nvSpPr>
          <p:cNvPr id="118" name="Google Shape;118;p26"/>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rtl="0" algn="ctr">
              <a:lnSpc>
                <a:spcPct val="150000"/>
              </a:lnSpc>
              <a:spcBef>
                <a:spcPts val="0"/>
              </a:spcBef>
              <a:spcAft>
                <a:spcPts val="0"/>
              </a:spcAft>
              <a:buNone/>
            </a:pPr>
            <a:r>
              <a:rPr b="1" i="1" lang="en" sz="4800">
                <a:solidFill>
                  <a:schemeClr val="dk2"/>
                </a:solidFill>
                <a:latin typeface="Proxima Nova"/>
                <a:ea typeface="Proxima Nova"/>
                <a:cs typeface="Proxima Nova"/>
                <a:sym typeface="Proxima Nova"/>
              </a:rPr>
              <a:t>CIRCLES</a:t>
            </a:r>
            <a:endParaRPr b="1" i="1" sz="4800">
              <a:solidFill>
                <a:schemeClr val="dk2"/>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71" name="Shape 271"/>
        <p:cNvGrpSpPr/>
        <p:nvPr/>
      </p:nvGrpSpPr>
      <p:grpSpPr>
        <a:xfrm>
          <a:off x="0" y="0"/>
          <a:ext cx="0" cy="0"/>
          <a:chOff x="0" y="0"/>
          <a:chExt cx="0" cy="0"/>
        </a:xfrm>
      </p:grpSpPr>
      <p:sp>
        <p:nvSpPr>
          <p:cNvPr id="272" name="Google Shape;272;p44"/>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73" name="Google Shape;273;p44"/>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74" name="Google Shape;274;p44"/>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1: I DO</a:t>
            </a:r>
            <a:endParaRPr b="1" i="0" sz="4000" u="none" cap="none" strike="noStrike">
              <a:solidFill>
                <a:schemeClr val="lt1"/>
              </a:solidFill>
              <a:latin typeface="Roboto"/>
              <a:ea typeface="Roboto"/>
              <a:cs typeface="Roboto"/>
              <a:sym typeface="Roboto"/>
            </a:endParaRPr>
          </a:p>
        </p:txBody>
      </p:sp>
      <p:sp>
        <p:nvSpPr>
          <p:cNvPr id="275" name="Google Shape;275;p44"/>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76" name="Google Shape;276;p44"/>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80" name="Shape 280"/>
        <p:cNvGrpSpPr/>
        <p:nvPr/>
      </p:nvGrpSpPr>
      <p:grpSpPr>
        <a:xfrm>
          <a:off x="0" y="0"/>
          <a:ext cx="0" cy="0"/>
          <a:chOff x="0" y="0"/>
          <a:chExt cx="0" cy="0"/>
        </a:xfrm>
      </p:grpSpPr>
      <p:sp>
        <p:nvSpPr>
          <p:cNvPr id="281" name="Google Shape;281;p45"/>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82" name="Google Shape;282;p45"/>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83" name="Google Shape;283;p45"/>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2: WE DO</a:t>
            </a:r>
            <a:endParaRPr b="1" i="0" sz="4000" u="none" cap="none" strike="noStrike">
              <a:solidFill>
                <a:schemeClr val="lt1"/>
              </a:solidFill>
              <a:latin typeface="Roboto"/>
              <a:ea typeface="Roboto"/>
              <a:cs typeface="Roboto"/>
              <a:sym typeface="Roboto"/>
            </a:endParaRPr>
          </a:p>
        </p:txBody>
      </p:sp>
      <p:sp>
        <p:nvSpPr>
          <p:cNvPr id="284" name="Google Shape;284;p45"/>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85" name="Google Shape;285;p45"/>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289" name="Shape 289"/>
        <p:cNvGrpSpPr/>
        <p:nvPr/>
      </p:nvGrpSpPr>
      <p:grpSpPr>
        <a:xfrm>
          <a:off x="0" y="0"/>
          <a:ext cx="0" cy="0"/>
          <a:chOff x="0" y="0"/>
          <a:chExt cx="0" cy="0"/>
        </a:xfrm>
      </p:grpSpPr>
      <p:sp>
        <p:nvSpPr>
          <p:cNvPr id="290" name="Google Shape;290;p4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1" name="Google Shape;291;p4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2" name="Google Shape;292;p4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PRACTICE PROBLEM 3: WE DO</a:t>
            </a:r>
            <a:endParaRPr b="1" i="0" sz="4500" u="none" cap="none" strike="noStrike">
              <a:solidFill>
                <a:schemeClr val="lt1"/>
              </a:solidFill>
              <a:latin typeface="Roboto"/>
              <a:ea typeface="Roboto"/>
              <a:cs typeface="Roboto"/>
              <a:sym typeface="Roboto"/>
            </a:endParaRPr>
          </a:p>
        </p:txBody>
      </p:sp>
      <p:sp>
        <p:nvSpPr>
          <p:cNvPr id="293" name="Google Shape;293;p46"/>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400"/>
              <a:buFont typeface="Arial"/>
              <a:buNone/>
            </a:pPr>
            <a:r>
              <a:t/>
            </a:r>
            <a:endParaRPr b="0" i="0" sz="2400" u="none" cap="none" strike="noStrike">
              <a:solidFill>
                <a:srgbClr val="000000"/>
              </a:solidFill>
              <a:latin typeface="Proxima Nova"/>
              <a:ea typeface="Proxima Nova"/>
              <a:cs typeface="Proxima Nova"/>
              <a:sym typeface="Proxima Nova"/>
            </a:endParaRPr>
          </a:p>
        </p:txBody>
      </p:sp>
      <p:sp>
        <p:nvSpPr>
          <p:cNvPr id="294" name="Google Shape;294;p46"/>
          <p:cNvSpPr txBox="1"/>
          <p:nvPr/>
        </p:nvSpPr>
        <p:spPr>
          <a:xfrm>
            <a:off x="721091" y="1341364"/>
            <a:ext cx="7701900" cy="2057400"/>
          </a:xfrm>
          <a:prstGeom prst="rect">
            <a:avLst/>
          </a:prstGeom>
          <a:noFill/>
          <a:ln>
            <a:noFill/>
          </a:ln>
        </p:spPr>
        <p:txBody>
          <a:bodyPr anchorCtr="0" anchor="ctr" bIns="75575" lIns="75575" spcFirstLastPara="1" rIns="75575" wrap="square" tIns="75575">
            <a:noAutofit/>
          </a:bodyPr>
          <a:lstStyle/>
          <a:p>
            <a:pPr indent="0" lvl="0" marL="0" marR="0" rtl="0" algn="ctr">
              <a:lnSpc>
                <a:spcPct val="150000"/>
              </a:lnSpc>
              <a:spcBef>
                <a:spcPts val="0"/>
              </a:spcBef>
              <a:spcAft>
                <a:spcPts val="0"/>
              </a:spcAft>
              <a:buClr>
                <a:srgbClr val="000000"/>
              </a:buClr>
              <a:buSzPts val="2000"/>
              <a:buFont typeface="Arial"/>
              <a:buNone/>
            </a:pPr>
            <a:r>
              <a:rPr b="0" i="1" lang="en" sz="2000" u="none" cap="none" strike="noStrike">
                <a:solidFill>
                  <a:schemeClr val="accent3"/>
                </a:solidFill>
                <a:latin typeface="Proxima Nova"/>
                <a:ea typeface="Proxima Nova"/>
                <a:cs typeface="Proxima Nova"/>
                <a:sym typeface="Proxima Nova"/>
              </a:rPr>
              <a:t>Follow directions </a:t>
            </a:r>
            <a:r>
              <a:rPr b="1" i="1" lang="en" sz="2000" u="sng" cap="none" strike="noStrike">
                <a:solidFill>
                  <a:schemeClr val="hlink"/>
                </a:solidFill>
                <a:latin typeface="Proxima Nova"/>
                <a:ea typeface="Proxima Nova"/>
                <a:cs typeface="Proxima Nova"/>
                <a:sym typeface="Proxima Nova"/>
                <a:hlinkClick r:id="rId3"/>
              </a:rPr>
              <a:t>here</a:t>
            </a:r>
            <a:r>
              <a:rPr b="0" i="1" lang="en" sz="2000" u="none" cap="none" strike="noStrike">
                <a:solidFill>
                  <a:schemeClr val="accent3"/>
                </a:solidFill>
                <a:latin typeface="Proxima Nova"/>
                <a:ea typeface="Proxima Nova"/>
                <a:cs typeface="Proxima Nova"/>
                <a:sym typeface="Proxima Nova"/>
              </a:rPr>
              <a:t> to copy and paste selected practice problem into this slide. </a:t>
            </a:r>
            <a:r>
              <a:rPr b="1" i="1" lang="en" sz="2000" u="none" cap="none" strike="noStrike">
                <a:solidFill>
                  <a:schemeClr val="accent3"/>
                </a:solidFill>
                <a:latin typeface="Proxima Nova"/>
                <a:ea typeface="Proxima Nova"/>
                <a:cs typeface="Proxima Nova"/>
                <a:sym typeface="Proxima Nova"/>
              </a:rPr>
              <a:t>DELETE THIS RED TEXT after updating slide.</a:t>
            </a:r>
            <a:endParaRPr b="0" i="1" sz="2000" u="none" cap="none" strike="noStrike">
              <a:solidFill>
                <a:schemeClr val="accent3"/>
              </a:solidFill>
              <a:latin typeface="Proxima Nova"/>
              <a:ea typeface="Proxima Nova"/>
              <a:cs typeface="Proxima Nova"/>
              <a:sym typeface="Proxima Nova"/>
            </a:endParaRPr>
          </a:p>
        </p:txBody>
      </p:sp>
      <p:sp>
        <p:nvSpPr>
          <p:cNvPr id="295" name="Google Shape;295;p46"/>
          <p:cNvSpPr txBox="1"/>
          <p:nvPr/>
        </p:nvSpPr>
        <p:spPr>
          <a:xfrm>
            <a:off x="7630425" y="85575"/>
            <a:ext cx="1419600" cy="33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If time permits</a:t>
            </a:r>
            <a:endParaRPr b="1" i="1"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F8E8"/>
        </a:solidFill>
      </p:bgPr>
    </p:bg>
    <p:spTree>
      <p:nvGrpSpPr>
        <p:cNvPr id="299" name="Shape 299"/>
        <p:cNvGrpSpPr/>
        <p:nvPr/>
      </p:nvGrpSpPr>
      <p:grpSpPr>
        <a:xfrm>
          <a:off x="0" y="0"/>
          <a:ext cx="0" cy="0"/>
          <a:chOff x="0" y="0"/>
          <a:chExt cx="0" cy="0"/>
        </a:xfrm>
      </p:grpSpPr>
      <p:sp>
        <p:nvSpPr>
          <p:cNvPr id="300" name="Google Shape;300;p47"/>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1" name="Google Shape;301;p47"/>
          <p:cNvSpPr txBox="1"/>
          <p:nvPr/>
        </p:nvSpPr>
        <p:spPr>
          <a:xfrm>
            <a:off x="1235325" y="1548224"/>
            <a:ext cx="6673500" cy="18126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PRACTICE TEST</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1" lang="en" sz="4000" u="none" cap="none" strike="noStrike">
                <a:solidFill>
                  <a:schemeClr val="lt1"/>
                </a:solidFill>
                <a:latin typeface="Roboto"/>
                <a:ea typeface="Roboto"/>
                <a:cs typeface="Roboto"/>
                <a:sym typeface="Roboto"/>
              </a:rPr>
              <a:t>21 minutes</a:t>
            </a:r>
            <a:endParaRPr b="0" i="0" sz="5500" u="none" cap="none" strike="noStrike">
              <a:solidFill>
                <a:schemeClr val="lt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F8E8"/>
        </a:solidFill>
      </p:bgPr>
    </p:bg>
    <p:spTree>
      <p:nvGrpSpPr>
        <p:cNvPr id="305" name="Shape 305"/>
        <p:cNvGrpSpPr/>
        <p:nvPr/>
      </p:nvGrpSpPr>
      <p:grpSpPr>
        <a:xfrm>
          <a:off x="0" y="0"/>
          <a:ext cx="0" cy="0"/>
          <a:chOff x="0" y="0"/>
          <a:chExt cx="0" cy="0"/>
        </a:xfrm>
      </p:grpSpPr>
      <p:sp>
        <p:nvSpPr>
          <p:cNvPr id="306" name="Google Shape;306;p4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ctr">
              <a:lnSpc>
                <a:spcPct val="100000"/>
              </a:lnSpc>
              <a:spcBef>
                <a:spcPts val="0"/>
              </a:spcBef>
              <a:spcAft>
                <a:spcPts val="0"/>
              </a:spcAft>
              <a:buClr>
                <a:schemeClr val="dk2"/>
              </a:buClr>
              <a:buSzPts val="900"/>
              <a:buFont typeface="Arial"/>
              <a:buNone/>
            </a:pPr>
            <a:r>
              <a:rPr b="0" i="0" lang="en" sz="1900" u="none" cap="none" strike="noStrike">
                <a:solidFill>
                  <a:schemeClr val="dk2"/>
                </a:solidFill>
                <a:latin typeface="Arial"/>
                <a:ea typeface="Arial"/>
                <a:cs typeface="Arial"/>
                <a:sym typeface="Arial"/>
              </a:rPr>
              <a:t>&lt;insert screenshot of how to find score&gt;</a:t>
            </a:r>
            <a:endParaRPr b="0" i="0" sz="1900" u="none" cap="none" strike="noStrike">
              <a:solidFill>
                <a:schemeClr val="dk2"/>
              </a:solidFill>
              <a:latin typeface="Arial"/>
              <a:ea typeface="Arial"/>
              <a:cs typeface="Arial"/>
              <a:sym typeface="Arial"/>
            </a:endParaRPr>
          </a:p>
        </p:txBody>
      </p:sp>
      <p:sp>
        <p:nvSpPr>
          <p:cNvPr id="307" name="Google Shape;307;p4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8" name="Google Shape;308;p4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2500"/>
              <a:buFont typeface="Arial"/>
              <a:buNone/>
            </a:pPr>
            <a:r>
              <a:rPr b="1" i="0" lang="en" sz="2500" u="none" cap="none" strike="noStrike">
                <a:solidFill>
                  <a:schemeClr val="lt1"/>
                </a:solidFill>
                <a:latin typeface="Roboto"/>
                <a:ea typeface="Roboto"/>
                <a:cs typeface="Roboto"/>
                <a:sym typeface="Roboto"/>
              </a:rPr>
              <a:t>GEOMETRY &amp; TRIGONOMETRY PRACTICE TEST</a:t>
            </a:r>
            <a:endParaRPr b="1" i="0" sz="2500" u="none" cap="none" strike="noStrike">
              <a:solidFill>
                <a:schemeClr val="lt1"/>
              </a:solidFill>
              <a:latin typeface="Roboto"/>
              <a:ea typeface="Roboto"/>
              <a:cs typeface="Roboto"/>
              <a:sym typeface="Roboto"/>
            </a:endParaRPr>
          </a:p>
        </p:txBody>
      </p:sp>
      <p:pic>
        <p:nvPicPr>
          <p:cNvPr id="309" name="Google Shape;309;p48"/>
          <p:cNvPicPr preferRelativeResize="0"/>
          <p:nvPr/>
        </p:nvPicPr>
        <p:blipFill rotWithShape="1">
          <a:blip r:embed="rId3">
            <a:alphaModFix/>
          </a:blip>
          <a:srcRect b="0" l="0" r="0" t="0"/>
          <a:stretch/>
        </p:blipFill>
        <p:spPr>
          <a:xfrm>
            <a:off x="1275213" y="1236722"/>
            <a:ext cx="6593525" cy="33335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F8E8"/>
        </a:solidFill>
      </p:bgPr>
    </p:bg>
    <p:spTree>
      <p:nvGrpSpPr>
        <p:cNvPr id="313" name="Shape 313"/>
        <p:cNvGrpSpPr/>
        <p:nvPr/>
      </p:nvGrpSpPr>
      <p:grpSpPr>
        <a:xfrm>
          <a:off x="0" y="0"/>
          <a:ext cx="0" cy="0"/>
          <a:chOff x="0" y="0"/>
          <a:chExt cx="0" cy="0"/>
        </a:xfrm>
      </p:grpSpPr>
      <p:sp>
        <p:nvSpPr>
          <p:cNvPr id="314" name="Google Shape;314;p4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5" name="Google Shape;315;p4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6" name="Google Shape;316;p4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sng" cap="none" strike="noStrike">
                <a:solidFill>
                  <a:schemeClr val="hlink"/>
                </a:solidFill>
                <a:latin typeface="Roboto"/>
                <a:ea typeface="Roboto"/>
                <a:cs typeface="Roboto"/>
                <a:sym typeface="Roboto"/>
                <a:hlinkClick r:id="rId3"/>
              </a:rPr>
              <a:t>TIMER</a:t>
            </a:r>
            <a:endParaRPr b="1" i="0" sz="4500" u="none" cap="none" strike="noStrike">
              <a:solidFill>
                <a:schemeClr val="lt1"/>
              </a:solidFill>
              <a:latin typeface="Roboto"/>
              <a:ea typeface="Roboto"/>
              <a:cs typeface="Roboto"/>
              <a:sym typeface="Roboto"/>
            </a:endParaRPr>
          </a:p>
        </p:txBody>
      </p:sp>
      <p:pic>
        <p:nvPicPr>
          <p:cNvPr id="317" name="Google Shape;317;p49"/>
          <p:cNvPicPr preferRelativeResize="0"/>
          <p:nvPr/>
        </p:nvPicPr>
        <p:blipFill rotWithShape="1">
          <a:blip r:embed="rId4">
            <a:alphaModFix/>
          </a:blip>
          <a:srcRect b="0" l="0" r="0" t="0"/>
          <a:stretch/>
        </p:blipFill>
        <p:spPr>
          <a:xfrm>
            <a:off x="1927203" y="1602496"/>
            <a:ext cx="2186437" cy="2295148"/>
          </a:xfrm>
          <a:prstGeom prst="rect">
            <a:avLst/>
          </a:prstGeom>
          <a:noFill/>
          <a:ln>
            <a:noFill/>
          </a:ln>
        </p:spPr>
      </p:pic>
      <p:sp>
        <p:nvSpPr>
          <p:cNvPr id="318" name="Google Shape;318;p49"/>
          <p:cNvSpPr txBox="1"/>
          <p:nvPr/>
        </p:nvSpPr>
        <p:spPr>
          <a:xfrm>
            <a:off x="4732150" y="2193600"/>
            <a:ext cx="3421800" cy="1158300"/>
          </a:xfrm>
          <a:prstGeom prst="rect">
            <a:avLst/>
          </a:prstGeom>
          <a:solidFill>
            <a:srgbClr val="FFFFFF"/>
          </a:solidFill>
          <a:ln cap="flat" cmpd="sng" w="762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Proxima Nova"/>
              <a:ea typeface="Proxima Nova"/>
              <a:cs typeface="Proxima Nova"/>
              <a:sym typeface="Proxima Nova"/>
            </a:endParaRPr>
          </a:p>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000000"/>
                </a:solidFill>
                <a:latin typeface="Proxima Nova"/>
                <a:ea typeface="Proxima Nova"/>
                <a:cs typeface="Proxima Nova"/>
                <a:sym typeface="Proxima Nova"/>
              </a:rPr>
              <a:t>21 minutes!</a:t>
            </a:r>
            <a:endParaRPr b="0" i="0" sz="23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F8E8"/>
        </a:solidFill>
      </p:bgPr>
    </p:bg>
    <p:spTree>
      <p:nvGrpSpPr>
        <p:cNvPr id="322" name="Shape 322"/>
        <p:cNvGrpSpPr/>
        <p:nvPr/>
      </p:nvGrpSpPr>
      <p:grpSpPr>
        <a:xfrm>
          <a:off x="0" y="0"/>
          <a:ext cx="0" cy="0"/>
          <a:chOff x="0" y="0"/>
          <a:chExt cx="0" cy="0"/>
        </a:xfrm>
      </p:grpSpPr>
      <p:sp>
        <p:nvSpPr>
          <p:cNvPr id="323" name="Google Shape;323;p5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4" name="Google Shape;324;p5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5" name="Google Shape;325;p5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REFLECTION</a:t>
            </a:r>
            <a:endParaRPr b="1" i="0" sz="4500" u="none" cap="none" strike="noStrike">
              <a:solidFill>
                <a:schemeClr val="lt1"/>
              </a:solidFill>
              <a:latin typeface="Roboto"/>
              <a:ea typeface="Roboto"/>
              <a:cs typeface="Roboto"/>
              <a:sym typeface="Roboto"/>
            </a:endParaRPr>
          </a:p>
        </p:txBody>
      </p:sp>
      <p:sp>
        <p:nvSpPr>
          <p:cNvPr id="326" name="Google Shape;326;p50"/>
          <p:cNvSpPr txBox="1"/>
          <p:nvPr>
            <p:ph idx="1" type="body"/>
          </p:nvPr>
        </p:nvSpPr>
        <p:spPr>
          <a:xfrm>
            <a:off x="1118727" y="1349305"/>
            <a:ext cx="6906600" cy="1530900"/>
          </a:xfrm>
          <a:prstGeom prst="rect">
            <a:avLst/>
          </a:prstGeom>
          <a:noFill/>
          <a:ln>
            <a:noFill/>
          </a:ln>
        </p:spPr>
        <p:txBody>
          <a:bodyPr anchorCtr="0" anchor="ctr" bIns="93500" lIns="93500" spcFirstLastPara="1" rIns="93500" wrap="square" tIns="93500">
            <a:noAutofit/>
          </a:bodyPr>
          <a:lstStyle/>
          <a:p>
            <a:pPr indent="0" lvl="0" marL="0" marR="0" rtl="0" algn="ctr">
              <a:lnSpc>
                <a:spcPct val="115000"/>
              </a:lnSpc>
              <a:spcBef>
                <a:spcPts val="0"/>
              </a:spcBef>
              <a:spcAft>
                <a:spcPts val="0"/>
              </a:spcAft>
              <a:buClr>
                <a:schemeClr val="dk2"/>
              </a:buClr>
              <a:buSzPts val="1200"/>
              <a:buFont typeface="Arial"/>
              <a:buNone/>
            </a:pPr>
            <a:r>
              <a:rPr b="1" i="0" lang="en" sz="3400" u="none" cap="none" strike="noStrike">
                <a:solidFill>
                  <a:srgbClr val="000000"/>
                </a:solidFill>
                <a:latin typeface="Proxima Nova"/>
                <a:ea typeface="Proxima Nova"/>
                <a:cs typeface="Proxima Nova"/>
                <a:sym typeface="Proxima Nova"/>
              </a:rPr>
              <a:t>How did you feel about the Practice Test?</a:t>
            </a:r>
            <a:endParaRPr b="0" i="0" sz="2500" u="none" cap="none" strike="noStrike">
              <a:solidFill>
                <a:srgbClr val="000000"/>
              </a:solidFill>
              <a:latin typeface="Proxima Nova"/>
              <a:ea typeface="Proxima Nova"/>
              <a:cs typeface="Proxima Nova"/>
              <a:sym typeface="Proxima Nova"/>
            </a:endParaRPr>
          </a:p>
        </p:txBody>
      </p:sp>
      <p:pic>
        <p:nvPicPr>
          <p:cNvPr id="327" name="Google Shape;327;p50"/>
          <p:cNvPicPr preferRelativeResize="0"/>
          <p:nvPr/>
        </p:nvPicPr>
        <p:blipFill rotWithShape="1">
          <a:blip r:embed="rId3">
            <a:alphaModFix/>
          </a:blip>
          <a:srcRect b="0" l="0" r="0" t="0"/>
          <a:stretch/>
        </p:blipFill>
        <p:spPr>
          <a:xfrm>
            <a:off x="1974190" y="2880204"/>
            <a:ext cx="5195547" cy="889693"/>
          </a:xfrm>
          <a:prstGeom prst="rect">
            <a:avLst/>
          </a:prstGeom>
          <a:noFill/>
          <a:ln cap="flat" cmpd="sng" w="19050">
            <a:solidFill>
              <a:schemeClr val="dk2"/>
            </a:solidFill>
            <a:prstDash val="dash"/>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DFD"/>
        </a:solidFill>
      </p:bgPr>
    </p:bg>
    <p:spTree>
      <p:nvGrpSpPr>
        <p:cNvPr id="331" name="Shape 331"/>
        <p:cNvGrpSpPr/>
        <p:nvPr/>
      </p:nvGrpSpPr>
      <p:grpSpPr>
        <a:xfrm>
          <a:off x="0" y="0"/>
          <a:ext cx="0" cy="0"/>
          <a:chOff x="0" y="0"/>
          <a:chExt cx="0" cy="0"/>
        </a:xfrm>
      </p:grpSpPr>
      <p:sp>
        <p:nvSpPr>
          <p:cNvPr id="332" name="Google Shape;332;p51"/>
          <p:cNvSpPr txBox="1"/>
          <p:nvPr/>
        </p:nvSpPr>
        <p:spPr>
          <a:xfrm>
            <a:off x="415636"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33" name="Google Shape;333;p51"/>
          <p:cNvSpPr txBox="1"/>
          <p:nvPr/>
        </p:nvSpPr>
        <p:spPr>
          <a:xfrm>
            <a:off x="1235225" y="784050"/>
            <a:ext cx="6673500" cy="28275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REVIEW </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PRACTICE TEST</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1" lang="en" sz="4000" u="none" cap="none" strike="noStrike">
                <a:solidFill>
                  <a:schemeClr val="lt1"/>
                </a:solidFill>
                <a:latin typeface="Roboto"/>
                <a:ea typeface="Roboto"/>
                <a:cs typeface="Roboto"/>
                <a:sym typeface="Roboto"/>
              </a:rPr>
              <a:t>19 minutes</a:t>
            </a:r>
            <a:endParaRPr b="0" i="0" sz="5500" u="none" cap="none" strike="noStrike">
              <a:solidFill>
                <a:schemeClr val="lt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DFD"/>
        </a:solidFill>
      </p:bgPr>
    </p:bg>
    <p:spTree>
      <p:nvGrpSpPr>
        <p:cNvPr id="337" name="Shape 337"/>
        <p:cNvGrpSpPr/>
        <p:nvPr/>
      </p:nvGrpSpPr>
      <p:grpSpPr>
        <a:xfrm>
          <a:off x="0" y="0"/>
          <a:ext cx="0" cy="0"/>
          <a:chOff x="0" y="0"/>
          <a:chExt cx="0" cy="0"/>
        </a:xfrm>
      </p:grpSpPr>
      <p:sp>
        <p:nvSpPr>
          <p:cNvPr id="338" name="Google Shape;338;p52"/>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39" name="Google Shape;339;p52"/>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40" name="Google Shape;340;p52"/>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VIEW YOUR RESULTS</a:t>
            </a:r>
            <a:endParaRPr b="1" i="0" sz="4500" u="none" cap="none" strike="noStrike">
              <a:solidFill>
                <a:schemeClr val="lt1"/>
              </a:solidFill>
              <a:latin typeface="Roboto"/>
              <a:ea typeface="Roboto"/>
              <a:cs typeface="Roboto"/>
              <a:sym typeface="Roboto"/>
            </a:endParaRPr>
          </a:p>
        </p:txBody>
      </p:sp>
      <p:pic>
        <p:nvPicPr>
          <p:cNvPr id="341" name="Google Shape;341;p52"/>
          <p:cNvPicPr preferRelativeResize="0"/>
          <p:nvPr/>
        </p:nvPicPr>
        <p:blipFill rotWithShape="1">
          <a:blip r:embed="rId3">
            <a:alphaModFix/>
          </a:blip>
          <a:srcRect b="0" l="0" r="0" t="0"/>
          <a:stretch/>
        </p:blipFill>
        <p:spPr>
          <a:xfrm>
            <a:off x="756388" y="1387375"/>
            <a:ext cx="7631225" cy="29861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DFD"/>
        </a:solidFill>
      </p:bgPr>
    </p:bg>
    <p:spTree>
      <p:nvGrpSpPr>
        <p:cNvPr id="345" name="Shape 345"/>
        <p:cNvGrpSpPr/>
        <p:nvPr/>
      </p:nvGrpSpPr>
      <p:grpSpPr>
        <a:xfrm>
          <a:off x="0" y="0"/>
          <a:ext cx="0" cy="0"/>
          <a:chOff x="0" y="0"/>
          <a:chExt cx="0" cy="0"/>
        </a:xfrm>
      </p:grpSpPr>
      <p:sp>
        <p:nvSpPr>
          <p:cNvPr id="346" name="Google Shape;346;p53"/>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47" name="Google Shape;347;p53"/>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48" name="Google Shape;348;p53"/>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REVIEW PRACTICE TEST</a:t>
            </a:r>
            <a:endParaRPr b="1" i="0" sz="4500" u="none" cap="none" strike="noStrike">
              <a:solidFill>
                <a:schemeClr val="lt1"/>
              </a:solidFill>
              <a:latin typeface="Roboto"/>
              <a:ea typeface="Roboto"/>
              <a:cs typeface="Roboto"/>
              <a:sym typeface="Roboto"/>
            </a:endParaRPr>
          </a:p>
        </p:txBody>
      </p:sp>
      <p:sp>
        <p:nvSpPr>
          <p:cNvPr id="349" name="Google Shape;349;p53"/>
          <p:cNvSpPr txBox="1"/>
          <p:nvPr/>
        </p:nvSpPr>
        <p:spPr>
          <a:xfrm>
            <a:off x="951600" y="1325875"/>
            <a:ext cx="7240800" cy="2480100"/>
          </a:xfrm>
          <a:prstGeom prst="rect">
            <a:avLst/>
          </a:prstGeom>
          <a:solidFill>
            <a:schemeClr val="lt1"/>
          </a:solidFill>
          <a:ln>
            <a:noFill/>
          </a:ln>
        </p:spPr>
        <p:txBody>
          <a:bodyPr anchorCtr="0" anchor="t" bIns="75575" lIns="75575" spcFirstLastPara="1" rIns="75575" wrap="square" tIns="75575">
            <a:noAutofit/>
          </a:bodyPr>
          <a:lstStyle/>
          <a:p>
            <a:pPr indent="-361950" lvl="0" marL="457200" marR="0" rtl="0" algn="l">
              <a:lnSpc>
                <a:spcPct val="100000"/>
              </a:lnSpc>
              <a:spcBef>
                <a:spcPts val="0"/>
              </a:spcBef>
              <a:spcAft>
                <a:spcPts val="0"/>
              </a:spcAft>
              <a:buClr>
                <a:schemeClr val="dk2"/>
              </a:buClr>
              <a:buSzPts val="2100"/>
              <a:buFont typeface="Proxima Nova"/>
              <a:buChar char="●"/>
            </a:pPr>
            <a:r>
              <a:rPr b="1" i="0" lang="en" sz="2100" u="none" cap="none" strike="noStrike">
                <a:solidFill>
                  <a:schemeClr val="dk2"/>
                </a:solidFill>
                <a:latin typeface="Proxima Nova"/>
                <a:ea typeface="Proxima Nova"/>
                <a:cs typeface="Proxima Nova"/>
                <a:sym typeface="Proxima Nova"/>
              </a:rPr>
              <a:t>Everyone will take turns sharing their ideas for solving the problem.</a:t>
            </a:r>
            <a:endParaRPr b="1" i="0" sz="2100" u="none" cap="none" strike="noStrike">
              <a:solidFill>
                <a:srgbClr val="000000"/>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Proxima Nova"/>
              <a:ea typeface="Proxima Nova"/>
              <a:cs typeface="Proxima Nova"/>
              <a:sym typeface="Proxima Nova"/>
            </a:endParaRPr>
          </a:p>
          <a:p>
            <a:pPr indent="-361950" lvl="0" marL="457200" marR="0" rtl="0" algn="l">
              <a:lnSpc>
                <a:spcPct val="100000"/>
              </a:lnSpc>
              <a:spcBef>
                <a:spcPts val="0"/>
              </a:spcBef>
              <a:spcAft>
                <a:spcPts val="0"/>
              </a:spcAft>
              <a:buClr>
                <a:srgbClr val="000000"/>
              </a:buClr>
              <a:buSzPts val="2100"/>
              <a:buFont typeface="Proxima Nova"/>
              <a:buChar char="●"/>
            </a:pPr>
            <a:r>
              <a:rPr b="1" i="0" lang="en" sz="2100" u="none" cap="none" strike="noStrike">
                <a:solidFill>
                  <a:srgbClr val="000000"/>
                </a:solidFill>
                <a:latin typeface="Proxima Nova"/>
                <a:ea typeface="Proxima Nova"/>
                <a:cs typeface="Proxima Nova"/>
                <a:sym typeface="Proxima Nova"/>
              </a:rPr>
              <a:t>Please do not be afraid to share your thinking even if you got the answer </a:t>
            </a:r>
            <a:r>
              <a:rPr b="1" i="1" lang="en" sz="2100" u="none" cap="none" strike="noStrike">
                <a:solidFill>
                  <a:srgbClr val="000000"/>
                </a:solidFill>
                <a:latin typeface="Proxima Nova"/>
                <a:ea typeface="Proxima Nova"/>
                <a:cs typeface="Proxima Nova"/>
                <a:sym typeface="Proxima Nova"/>
              </a:rPr>
              <a:t>wrong</a:t>
            </a:r>
            <a:r>
              <a:rPr b="1" i="0" lang="en" sz="2100" u="none" cap="none" strike="noStrike">
                <a:solidFill>
                  <a:srgbClr val="000000"/>
                </a:solidFill>
                <a:latin typeface="Proxima Nova"/>
                <a:ea typeface="Proxima Nova"/>
                <a:cs typeface="Proxima Nova"/>
                <a:sym typeface="Proxima Nova"/>
              </a:rPr>
              <a:t>.</a:t>
            </a:r>
            <a:r>
              <a:rPr b="0" i="0" lang="en" sz="2100" u="none" cap="none" strike="noStrike">
                <a:solidFill>
                  <a:srgbClr val="000000"/>
                </a:solidFill>
                <a:latin typeface="Proxima Nova"/>
                <a:ea typeface="Proxima Nova"/>
                <a:cs typeface="Proxima Nova"/>
                <a:sym typeface="Proxima Nova"/>
              </a:rPr>
              <a:t> </a:t>
            </a:r>
            <a:endParaRPr b="0" i="0" sz="2100" u="none" cap="none" strike="noStrike">
              <a:solidFill>
                <a:srgbClr val="000000"/>
              </a:solidFill>
              <a:latin typeface="Proxima Nova"/>
              <a:ea typeface="Proxima Nova"/>
              <a:cs typeface="Proxima Nova"/>
              <a:sym typeface="Proxima Nova"/>
            </a:endParaRPr>
          </a:p>
          <a:p>
            <a:pPr indent="-361950" lvl="1" marL="914400" marR="0" rtl="0" algn="l">
              <a:lnSpc>
                <a:spcPct val="100000"/>
              </a:lnSpc>
              <a:spcBef>
                <a:spcPts val="0"/>
              </a:spcBef>
              <a:spcAft>
                <a:spcPts val="0"/>
              </a:spcAft>
              <a:buClr>
                <a:srgbClr val="000000"/>
              </a:buClr>
              <a:buSzPts val="2100"/>
              <a:buFont typeface="Proxima Nova"/>
              <a:buChar char="○"/>
            </a:pPr>
            <a:r>
              <a:rPr b="0" i="0" lang="en" sz="2100" u="none" cap="none" strike="noStrike">
                <a:solidFill>
                  <a:srgbClr val="000000"/>
                </a:solidFill>
                <a:latin typeface="Proxima Nova"/>
                <a:ea typeface="Proxima Nova"/>
                <a:cs typeface="Proxima Nova"/>
                <a:sym typeface="Proxima Nova"/>
              </a:rPr>
              <a:t>We likely have common misconceptions and it will be helpful to talk through </a:t>
            </a:r>
            <a:r>
              <a:rPr b="0" i="1" lang="en" sz="2100" u="none" cap="none" strike="noStrike">
                <a:solidFill>
                  <a:srgbClr val="000000"/>
                </a:solidFill>
                <a:latin typeface="Proxima Nova"/>
                <a:ea typeface="Proxima Nova"/>
                <a:cs typeface="Proxima Nova"/>
                <a:sym typeface="Proxima Nova"/>
              </a:rPr>
              <a:t>why</a:t>
            </a:r>
            <a:r>
              <a:rPr b="0" i="0" lang="en" sz="2100" u="none" cap="none" strike="noStrike">
                <a:solidFill>
                  <a:srgbClr val="000000"/>
                </a:solidFill>
                <a:latin typeface="Proxima Nova"/>
                <a:ea typeface="Proxima Nova"/>
                <a:cs typeface="Proxima Nova"/>
                <a:sym typeface="Proxima Nova"/>
              </a:rPr>
              <a:t> the mistake happened.</a:t>
            </a:r>
            <a:endParaRPr b="0" i="0" sz="21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DEDFD"/>
        </a:solidFill>
      </p:bgPr>
    </p:bg>
    <p:spTree>
      <p:nvGrpSpPr>
        <p:cNvPr id="353" name="Shape 353"/>
        <p:cNvGrpSpPr/>
        <p:nvPr/>
      </p:nvGrpSpPr>
      <p:grpSpPr>
        <a:xfrm>
          <a:off x="0" y="0"/>
          <a:ext cx="0" cy="0"/>
          <a:chOff x="0" y="0"/>
          <a:chExt cx="0" cy="0"/>
        </a:xfrm>
      </p:grpSpPr>
      <p:sp>
        <p:nvSpPr>
          <p:cNvPr id="354" name="Google Shape;354;p54"/>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55" name="Google Shape;355;p54"/>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56" name="Google Shape;356;p54"/>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IF WE RUN OUT OF TIME</a:t>
            </a:r>
            <a:endParaRPr b="1" i="0" sz="4500" u="none" cap="none" strike="noStrike">
              <a:solidFill>
                <a:schemeClr val="lt1"/>
              </a:solidFill>
              <a:latin typeface="Roboto"/>
              <a:ea typeface="Roboto"/>
              <a:cs typeface="Roboto"/>
              <a:sym typeface="Roboto"/>
            </a:endParaRPr>
          </a:p>
        </p:txBody>
      </p:sp>
      <p:sp>
        <p:nvSpPr>
          <p:cNvPr id="357" name="Google Shape;357;p54"/>
          <p:cNvSpPr txBox="1"/>
          <p:nvPr/>
        </p:nvSpPr>
        <p:spPr>
          <a:xfrm>
            <a:off x="688500" y="1315775"/>
            <a:ext cx="3010500" cy="2782200"/>
          </a:xfrm>
          <a:prstGeom prst="rect">
            <a:avLst/>
          </a:prstGeom>
          <a:solidFill>
            <a:srgbClr val="FFFFFF"/>
          </a:solidFill>
          <a:ln>
            <a:noFill/>
          </a:ln>
        </p:spPr>
        <p:txBody>
          <a:bodyPr anchorCtr="0" anchor="t" bIns="75575" lIns="75575" spcFirstLastPara="1" rIns="75575" wrap="square" tIns="75575">
            <a:noAutofit/>
          </a:bodyPr>
          <a:lstStyle/>
          <a:p>
            <a:pPr indent="-361950" lvl="0" marL="457200" marR="0" rtl="0" algn="l">
              <a:lnSpc>
                <a:spcPct val="100000"/>
              </a:lnSpc>
              <a:spcBef>
                <a:spcPts val="0"/>
              </a:spcBef>
              <a:spcAft>
                <a:spcPts val="0"/>
              </a:spcAft>
              <a:buClr>
                <a:schemeClr val="dk2"/>
              </a:buClr>
              <a:buSzPts val="2100"/>
              <a:buFont typeface="Proxima Nova"/>
              <a:buChar char="●"/>
            </a:pPr>
            <a:r>
              <a:rPr b="1" i="0" lang="en" sz="2100" u="none" cap="none" strike="noStrike">
                <a:solidFill>
                  <a:schemeClr val="dk2"/>
                </a:solidFill>
                <a:latin typeface="Proxima Nova"/>
                <a:ea typeface="Proxima Nova"/>
                <a:cs typeface="Proxima Nova"/>
                <a:sym typeface="Proxima Nova"/>
              </a:rPr>
              <a:t>You can always use </a:t>
            </a:r>
            <a:r>
              <a:rPr b="1" i="0" lang="en" sz="2100" u="sng" cap="none" strike="noStrike">
                <a:solidFill>
                  <a:schemeClr val="hlink"/>
                </a:solidFill>
                <a:latin typeface="Proxima Nova"/>
                <a:ea typeface="Proxima Nova"/>
                <a:cs typeface="Proxima Nova"/>
                <a:sym typeface="Proxima Nova"/>
                <a:hlinkClick r:id="rId3"/>
              </a:rPr>
              <a:t>Homework Help</a:t>
            </a:r>
            <a:r>
              <a:rPr b="1" i="0" lang="en" sz="2100" u="none" cap="none" strike="noStrike">
                <a:solidFill>
                  <a:schemeClr val="dk2"/>
                </a:solidFill>
                <a:latin typeface="Proxima Nova"/>
                <a:ea typeface="Proxima Nova"/>
                <a:cs typeface="Proxima Nova"/>
                <a:sym typeface="Proxima Nova"/>
              </a:rPr>
              <a:t> for extra support on questions we didn’t get a chance to cover!</a:t>
            </a:r>
            <a:endParaRPr b="1" i="0" sz="2100" u="none" cap="none" strike="noStrike">
              <a:solidFill>
                <a:schemeClr val="dk2"/>
              </a:solidFill>
              <a:latin typeface="Proxima Nova"/>
              <a:ea typeface="Proxima Nova"/>
              <a:cs typeface="Proxima Nova"/>
              <a:sym typeface="Proxima Nova"/>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chemeClr val="dk2"/>
              </a:solidFill>
              <a:latin typeface="Proxima Nova"/>
              <a:ea typeface="Proxima Nova"/>
              <a:cs typeface="Proxima Nova"/>
              <a:sym typeface="Proxima Nova"/>
            </a:endParaRPr>
          </a:p>
          <a:p>
            <a:pPr indent="-361950" lvl="0" marL="457200" marR="0" rtl="0" algn="l">
              <a:lnSpc>
                <a:spcPct val="100000"/>
              </a:lnSpc>
              <a:spcBef>
                <a:spcPts val="0"/>
              </a:spcBef>
              <a:spcAft>
                <a:spcPts val="0"/>
              </a:spcAft>
              <a:buClr>
                <a:schemeClr val="dk2"/>
              </a:buClr>
              <a:buSzPts val="2100"/>
              <a:buFont typeface="Proxima Nova"/>
              <a:buChar char="●"/>
            </a:pPr>
            <a:r>
              <a:rPr b="1" i="0" lang="en" sz="2100" u="none" cap="none" strike="noStrike">
                <a:solidFill>
                  <a:schemeClr val="dk2"/>
                </a:solidFill>
                <a:latin typeface="Proxima Nova"/>
                <a:ea typeface="Proxima Nova"/>
                <a:cs typeface="Proxima Nova"/>
                <a:sym typeface="Proxima Nova"/>
              </a:rPr>
              <a:t>Select “SAT Bootcamp” as subject</a:t>
            </a:r>
            <a:endParaRPr b="1" i="0" sz="21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chemeClr val="dk2"/>
              </a:solidFill>
              <a:latin typeface="Proxima Nova"/>
              <a:ea typeface="Proxima Nova"/>
              <a:cs typeface="Proxima Nova"/>
              <a:sym typeface="Proxima Nova"/>
            </a:endParaRPr>
          </a:p>
        </p:txBody>
      </p:sp>
      <p:pic>
        <p:nvPicPr>
          <p:cNvPr id="358" name="Google Shape;358;p54"/>
          <p:cNvPicPr preferRelativeResize="0"/>
          <p:nvPr/>
        </p:nvPicPr>
        <p:blipFill rotWithShape="1">
          <a:blip r:embed="rId4">
            <a:alphaModFix/>
          </a:blip>
          <a:srcRect b="0" l="0" r="0" t="0"/>
          <a:stretch/>
        </p:blipFill>
        <p:spPr>
          <a:xfrm>
            <a:off x="4026675" y="1422151"/>
            <a:ext cx="4245250" cy="30462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62" name="Shape 362"/>
        <p:cNvGrpSpPr/>
        <p:nvPr/>
      </p:nvGrpSpPr>
      <p:grpSpPr>
        <a:xfrm>
          <a:off x="0" y="0"/>
          <a:ext cx="0" cy="0"/>
          <a:chOff x="0" y="0"/>
          <a:chExt cx="0" cy="0"/>
        </a:xfrm>
      </p:grpSpPr>
      <p:sp>
        <p:nvSpPr>
          <p:cNvPr id="363" name="Google Shape;363;p55"/>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64" name="Google Shape;364;p55"/>
          <p:cNvSpPr txBox="1"/>
          <p:nvPr/>
        </p:nvSpPr>
        <p:spPr>
          <a:xfrm>
            <a:off x="1235325" y="1094875"/>
            <a:ext cx="6673500" cy="23964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5500"/>
              <a:buFont typeface="Arial"/>
              <a:buNone/>
            </a:pPr>
            <a:r>
              <a:rPr b="1" i="0" lang="en" sz="5500" u="none" cap="none" strike="noStrike">
                <a:solidFill>
                  <a:schemeClr val="lt1"/>
                </a:solidFill>
                <a:latin typeface="Roboto"/>
                <a:ea typeface="Roboto"/>
                <a:cs typeface="Roboto"/>
                <a:sym typeface="Roboto"/>
              </a:rPr>
              <a:t>CLOSING &amp; NEXT STEPS</a:t>
            </a:r>
            <a:endParaRPr b="1" i="0" sz="55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4000"/>
              <a:buFont typeface="Arial"/>
              <a:buNone/>
            </a:pPr>
            <a:r>
              <a:rPr b="0" i="1" lang="en" sz="4000" u="none" cap="none" strike="noStrike">
                <a:solidFill>
                  <a:schemeClr val="lt1"/>
                </a:solidFill>
                <a:latin typeface="Roboto"/>
                <a:ea typeface="Roboto"/>
                <a:cs typeface="Roboto"/>
                <a:sym typeface="Roboto"/>
              </a:rPr>
              <a:t>5 minutes</a:t>
            </a:r>
            <a:endParaRPr b="0" i="1" sz="4000" u="none" cap="none" strike="noStrike">
              <a:solidFill>
                <a:schemeClr val="lt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68" name="Shape 368"/>
        <p:cNvGrpSpPr/>
        <p:nvPr/>
      </p:nvGrpSpPr>
      <p:grpSpPr>
        <a:xfrm>
          <a:off x="0" y="0"/>
          <a:ext cx="0" cy="0"/>
          <a:chOff x="0" y="0"/>
          <a:chExt cx="0" cy="0"/>
        </a:xfrm>
      </p:grpSpPr>
      <p:sp>
        <p:nvSpPr>
          <p:cNvPr id="369" name="Google Shape;369;p5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70" name="Google Shape;370;p5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71" name="Google Shape;371;p5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BEFORE NEXT TIME:</a:t>
            </a:r>
            <a:endParaRPr b="1" i="0" sz="4500" u="none" cap="none" strike="noStrike">
              <a:solidFill>
                <a:schemeClr val="lt1"/>
              </a:solidFill>
              <a:latin typeface="Roboto"/>
              <a:ea typeface="Roboto"/>
              <a:cs typeface="Roboto"/>
              <a:sym typeface="Roboto"/>
            </a:endParaRPr>
          </a:p>
        </p:txBody>
      </p:sp>
      <p:sp>
        <p:nvSpPr>
          <p:cNvPr id="372" name="Google Shape;372;p56"/>
          <p:cNvSpPr txBox="1"/>
          <p:nvPr/>
        </p:nvSpPr>
        <p:spPr>
          <a:xfrm>
            <a:off x="650800" y="1402075"/>
            <a:ext cx="7883100" cy="3038100"/>
          </a:xfrm>
          <a:prstGeom prst="rect">
            <a:avLst/>
          </a:prstGeom>
          <a:solidFill>
            <a:schemeClr val="lt1"/>
          </a:solidFill>
          <a:ln>
            <a:noFill/>
          </a:ln>
        </p:spPr>
        <p:txBody>
          <a:bodyPr anchorCtr="0" anchor="t" bIns="75575" lIns="75575" spcFirstLastPara="1" rIns="75575" wrap="square" tIns="75575">
            <a:noAutofit/>
          </a:bodyPr>
          <a:lstStyle/>
          <a:p>
            <a:pPr indent="-317500" lvl="0" marL="381000" marR="0" rtl="0" algn="l">
              <a:lnSpc>
                <a:spcPct val="100000"/>
              </a:lnSpc>
              <a:spcBef>
                <a:spcPts val="0"/>
              </a:spcBef>
              <a:spcAft>
                <a:spcPts val="0"/>
              </a:spcAft>
              <a:buClr>
                <a:srgbClr val="000000"/>
              </a:buClr>
              <a:buSzPts val="2000"/>
              <a:buFont typeface="Proxima Nova"/>
              <a:buChar char="❏"/>
            </a:pPr>
            <a:r>
              <a:rPr b="1" i="0" lang="en" sz="2000" u="none" cap="none" strike="noStrike">
                <a:solidFill>
                  <a:srgbClr val="000000"/>
                </a:solidFill>
                <a:latin typeface="Proxima Nova"/>
                <a:ea typeface="Proxima Nova"/>
                <a:cs typeface="Proxima Nova"/>
                <a:sym typeface="Proxima Nova"/>
              </a:rPr>
              <a:t>Practice skills you struggled with for at least 30 minutes on Khan Academy this week. </a:t>
            </a:r>
            <a:r>
              <a:rPr b="1" i="0" lang="en" sz="2000" u="none" cap="none" strike="noStrike">
                <a:solidFill>
                  <a:schemeClr val="dk2"/>
                </a:solidFill>
                <a:highlight>
                  <a:srgbClr val="FFF2CC"/>
                </a:highlight>
                <a:latin typeface="Proxima Nova"/>
                <a:ea typeface="Proxima Nova"/>
                <a:cs typeface="Proxima Nova"/>
                <a:sym typeface="Proxima Nova"/>
              </a:rPr>
              <a:t>I’ll review how on the next slide!</a:t>
            </a:r>
            <a:endParaRPr b="1" i="0" sz="2000" u="none" cap="none" strike="noStrike">
              <a:solidFill>
                <a:srgbClr val="000000"/>
              </a:solidFill>
              <a:latin typeface="Proxima Nova"/>
              <a:ea typeface="Proxima Nova"/>
              <a:cs typeface="Proxima Nova"/>
              <a:sym typeface="Proxima Nova"/>
            </a:endParaRPr>
          </a:p>
          <a:p>
            <a:pPr indent="-317500" lvl="1" marL="762000" marR="0" rtl="0" algn="l">
              <a:lnSpc>
                <a:spcPct val="100000"/>
              </a:lnSpc>
              <a:spcBef>
                <a:spcPts val="0"/>
              </a:spcBef>
              <a:spcAft>
                <a:spcPts val="0"/>
              </a:spcAft>
              <a:buClr>
                <a:srgbClr val="000000"/>
              </a:buClr>
              <a:buSzPts val="2000"/>
              <a:buFont typeface="Proxima Nova"/>
              <a:buChar char="❏"/>
            </a:pPr>
            <a:r>
              <a:rPr b="0" i="0" lang="en" sz="2000" u="none" cap="none" strike="noStrike">
                <a:solidFill>
                  <a:schemeClr val="dk2"/>
                </a:solidFill>
                <a:latin typeface="Proxima Nova"/>
                <a:ea typeface="Proxima Nova"/>
                <a:cs typeface="Proxima Nova"/>
                <a:sym typeface="Proxima Nova"/>
              </a:rPr>
              <a:t>Ask questions in “</a:t>
            </a:r>
            <a:r>
              <a:rPr b="0" i="0" lang="en" sz="2000" u="sng" cap="none" strike="noStrike">
                <a:solidFill>
                  <a:schemeClr val="hlink"/>
                </a:solidFill>
                <a:latin typeface="Proxima Nova"/>
                <a:ea typeface="Proxima Nova"/>
                <a:cs typeface="Proxima Nova"/>
                <a:sym typeface="Proxima Nova"/>
                <a:hlinkClick r:id="rId3"/>
              </a:rPr>
              <a:t>Homework Help</a:t>
            </a:r>
            <a:r>
              <a:rPr b="0" i="0" lang="en" sz="2000" u="none" cap="none" strike="noStrike">
                <a:solidFill>
                  <a:schemeClr val="dk2"/>
                </a:solidFill>
                <a:latin typeface="Proxima Nova"/>
                <a:ea typeface="Proxima Nova"/>
                <a:cs typeface="Proxima Nova"/>
                <a:sym typeface="Proxima Nova"/>
              </a:rPr>
              <a:t>” (select “SAT Bootcamp” as subject) if you’d like extra tutoring on a specific area.</a:t>
            </a:r>
            <a:endParaRPr b="0" i="0" sz="2000" u="none" cap="none" strike="noStrike">
              <a:solidFill>
                <a:schemeClr val="dk2"/>
              </a:solidFill>
              <a:latin typeface="Proxima Nova"/>
              <a:ea typeface="Proxima Nova"/>
              <a:cs typeface="Proxima Nova"/>
              <a:sym typeface="Proxima Nova"/>
            </a:endParaRPr>
          </a:p>
          <a:p>
            <a:pPr indent="0" lvl="0" marL="7620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76" name="Shape 376"/>
        <p:cNvGrpSpPr/>
        <p:nvPr/>
      </p:nvGrpSpPr>
      <p:grpSpPr>
        <a:xfrm>
          <a:off x="0" y="0"/>
          <a:ext cx="0" cy="0"/>
          <a:chOff x="0" y="0"/>
          <a:chExt cx="0" cy="0"/>
        </a:xfrm>
      </p:grpSpPr>
      <p:sp>
        <p:nvSpPr>
          <p:cNvPr id="377" name="Google Shape;377;p57"/>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78" name="Google Shape;378;p57"/>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79" name="Google Shape;379;p57"/>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chemeClr val="lt1"/>
                </a:solidFill>
                <a:latin typeface="Roboto"/>
                <a:ea typeface="Roboto"/>
                <a:cs typeface="Roboto"/>
                <a:sym typeface="Roboto"/>
              </a:rPr>
              <a:t>TARGET YOUR EXTRA PRACTICE</a:t>
            </a:r>
            <a:endParaRPr b="1" i="0" sz="3900" u="none" cap="none" strike="noStrike">
              <a:solidFill>
                <a:schemeClr val="lt1"/>
              </a:solidFill>
              <a:latin typeface="Roboto"/>
              <a:ea typeface="Roboto"/>
              <a:cs typeface="Roboto"/>
              <a:sym typeface="Roboto"/>
            </a:endParaRPr>
          </a:p>
        </p:txBody>
      </p:sp>
      <p:pic>
        <p:nvPicPr>
          <p:cNvPr id="380" name="Google Shape;380;p57"/>
          <p:cNvPicPr preferRelativeResize="0"/>
          <p:nvPr/>
        </p:nvPicPr>
        <p:blipFill rotWithShape="1">
          <a:blip r:embed="rId3">
            <a:alphaModFix/>
          </a:blip>
          <a:srcRect b="0" l="0" r="0" t="0"/>
          <a:stretch/>
        </p:blipFill>
        <p:spPr>
          <a:xfrm>
            <a:off x="1772425" y="1276650"/>
            <a:ext cx="5599100" cy="3281700"/>
          </a:xfrm>
          <a:prstGeom prst="rect">
            <a:avLst/>
          </a:prstGeom>
          <a:noFill/>
          <a:ln cap="flat" cmpd="sng" w="9525">
            <a:solidFill>
              <a:schemeClr val="dk2"/>
            </a:solidFill>
            <a:prstDash val="solid"/>
            <a:round/>
            <a:headEnd len="sm" w="sm" type="none"/>
            <a:tailEnd len="sm" w="sm" type="none"/>
          </a:ln>
        </p:spPr>
      </p:pic>
      <p:sp>
        <p:nvSpPr>
          <p:cNvPr id="381" name="Google Shape;381;p57"/>
          <p:cNvSpPr/>
          <p:nvPr/>
        </p:nvSpPr>
        <p:spPr>
          <a:xfrm>
            <a:off x="1729350" y="2547750"/>
            <a:ext cx="2332200" cy="461100"/>
          </a:xfrm>
          <a:prstGeom prst="ellipse">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2" name="Google Shape;382;p57"/>
          <p:cNvSpPr/>
          <p:nvPr/>
        </p:nvSpPr>
        <p:spPr>
          <a:xfrm>
            <a:off x="6445425" y="2337600"/>
            <a:ext cx="848400" cy="350400"/>
          </a:xfrm>
          <a:prstGeom prst="ellipse">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3" name="Google Shape;383;p57"/>
          <p:cNvSpPr/>
          <p:nvPr/>
        </p:nvSpPr>
        <p:spPr>
          <a:xfrm>
            <a:off x="2208700" y="1973625"/>
            <a:ext cx="848400" cy="407100"/>
          </a:xfrm>
          <a:prstGeom prst="ellipse">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4" name="Google Shape;384;p57"/>
          <p:cNvSpPr txBox="1"/>
          <p:nvPr/>
        </p:nvSpPr>
        <p:spPr>
          <a:xfrm>
            <a:off x="6691550" y="85575"/>
            <a:ext cx="2358600" cy="33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Quick Review: If Needed</a:t>
            </a:r>
            <a:endParaRPr b="1" i="1"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88" name="Shape 388"/>
        <p:cNvGrpSpPr/>
        <p:nvPr/>
      </p:nvGrpSpPr>
      <p:grpSpPr>
        <a:xfrm>
          <a:off x="0" y="0"/>
          <a:ext cx="0" cy="0"/>
          <a:chOff x="0" y="0"/>
          <a:chExt cx="0" cy="0"/>
        </a:xfrm>
      </p:grpSpPr>
      <p:sp>
        <p:nvSpPr>
          <p:cNvPr id="389" name="Google Shape;389;p5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90" name="Google Shape;390;p5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91" name="Google Shape;391;p5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chemeClr val="lt1"/>
                </a:solidFill>
                <a:latin typeface="Roboto"/>
                <a:ea typeface="Roboto"/>
                <a:cs typeface="Roboto"/>
                <a:sym typeface="Roboto"/>
              </a:rPr>
              <a:t>HEAD TO KHAN ACADEMY</a:t>
            </a:r>
            <a:endParaRPr b="1" i="0" sz="3900" u="none" cap="none" strike="noStrike">
              <a:solidFill>
                <a:schemeClr val="lt1"/>
              </a:solidFill>
              <a:latin typeface="Roboto"/>
              <a:ea typeface="Roboto"/>
              <a:cs typeface="Roboto"/>
              <a:sym typeface="Roboto"/>
            </a:endParaRPr>
          </a:p>
        </p:txBody>
      </p:sp>
      <p:sp>
        <p:nvSpPr>
          <p:cNvPr id="392" name="Google Shape;392;p58"/>
          <p:cNvSpPr txBox="1"/>
          <p:nvPr/>
        </p:nvSpPr>
        <p:spPr>
          <a:xfrm>
            <a:off x="6691550" y="85575"/>
            <a:ext cx="2358600" cy="33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Quick Review: If Needed</a:t>
            </a:r>
            <a:endParaRPr b="1" i="1" sz="1400" u="none" cap="none" strike="noStrike">
              <a:solidFill>
                <a:srgbClr val="000000"/>
              </a:solidFill>
              <a:latin typeface="Proxima Nova"/>
              <a:ea typeface="Proxima Nova"/>
              <a:cs typeface="Proxima Nova"/>
              <a:sym typeface="Proxima Nova"/>
            </a:endParaRPr>
          </a:p>
        </p:txBody>
      </p:sp>
      <p:pic>
        <p:nvPicPr>
          <p:cNvPr id="393" name="Google Shape;393;p58"/>
          <p:cNvPicPr preferRelativeResize="0"/>
          <p:nvPr/>
        </p:nvPicPr>
        <p:blipFill rotWithShape="1">
          <a:blip r:embed="rId3">
            <a:alphaModFix/>
          </a:blip>
          <a:srcRect b="0" l="0" r="0" t="0"/>
          <a:stretch/>
        </p:blipFill>
        <p:spPr>
          <a:xfrm>
            <a:off x="1312898" y="1152550"/>
            <a:ext cx="6518150" cy="349377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97" name="Shape 397"/>
        <p:cNvGrpSpPr/>
        <p:nvPr/>
      </p:nvGrpSpPr>
      <p:grpSpPr>
        <a:xfrm>
          <a:off x="0" y="0"/>
          <a:ext cx="0" cy="0"/>
          <a:chOff x="0" y="0"/>
          <a:chExt cx="0" cy="0"/>
        </a:xfrm>
      </p:grpSpPr>
      <p:sp>
        <p:nvSpPr>
          <p:cNvPr id="398" name="Google Shape;398;p5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99" name="Google Shape;399;p5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00" name="Google Shape;400;p5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3900"/>
              <a:buFont typeface="Arial"/>
              <a:buNone/>
            </a:pPr>
            <a:r>
              <a:rPr b="1" i="0" lang="en" sz="3900" u="none" cap="none" strike="noStrike">
                <a:solidFill>
                  <a:schemeClr val="lt1"/>
                </a:solidFill>
                <a:latin typeface="Roboto"/>
                <a:ea typeface="Roboto"/>
                <a:cs typeface="Roboto"/>
                <a:sym typeface="Roboto"/>
              </a:rPr>
              <a:t>LEARNER HANDBOOK</a:t>
            </a:r>
            <a:endParaRPr b="1" i="0" sz="3900" u="none" cap="none" strike="noStrike">
              <a:solidFill>
                <a:schemeClr val="lt1"/>
              </a:solidFill>
              <a:latin typeface="Roboto"/>
              <a:ea typeface="Roboto"/>
              <a:cs typeface="Roboto"/>
              <a:sym typeface="Roboto"/>
            </a:endParaRPr>
          </a:p>
        </p:txBody>
      </p:sp>
      <p:sp>
        <p:nvSpPr>
          <p:cNvPr id="401" name="Google Shape;401;p59"/>
          <p:cNvSpPr txBox="1"/>
          <p:nvPr/>
        </p:nvSpPr>
        <p:spPr>
          <a:xfrm>
            <a:off x="5107500" y="3675225"/>
            <a:ext cx="3411000" cy="792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If you need a refresher on these instructions, you can click on the Learner Handbook on our series page!</a:t>
            </a:r>
            <a:endParaRPr b="1" i="1" sz="1400" u="none" cap="none" strike="noStrike">
              <a:solidFill>
                <a:srgbClr val="000000"/>
              </a:solidFill>
              <a:latin typeface="Proxima Nova"/>
              <a:ea typeface="Proxima Nova"/>
              <a:cs typeface="Proxima Nova"/>
              <a:sym typeface="Proxima Nova"/>
            </a:endParaRPr>
          </a:p>
        </p:txBody>
      </p:sp>
      <p:pic>
        <p:nvPicPr>
          <p:cNvPr id="402" name="Google Shape;402;p59"/>
          <p:cNvPicPr preferRelativeResize="0"/>
          <p:nvPr/>
        </p:nvPicPr>
        <p:blipFill rotWithShape="1">
          <a:blip r:embed="rId3">
            <a:alphaModFix/>
          </a:blip>
          <a:srcRect b="0" l="21835" r="17964" t="12057"/>
          <a:stretch/>
        </p:blipFill>
        <p:spPr>
          <a:xfrm>
            <a:off x="658550" y="1216950"/>
            <a:ext cx="4083302" cy="3090051"/>
          </a:xfrm>
          <a:prstGeom prst="rect">
            <a:avLst/>
          </a:prstGeom>
          <a:noFill/>
          <a:ln cap="flat" cmpd="sng" w="9525">
            <a:solidFill>
              <a:schemeClr val="dk2"/>
            </a:solidFill>
            <a:prstDash val="solid"/>
            <a:round/>
            <a:headEnd len="sm" w="sm" type="none"/>
            <a:tailEnd len="sm" w="sm" type="none"/>
          </a:ln>
        </p:spPr>
      </p:pic>
      <p:cxnSp>
        <p:nvCxnSpPr>
          <p:cNvPr id="403" name="Google Shape;403;p59"/>
          <p:cNvCxnSpPr>
            <a:stCxn id="401" idx="1"/>
          </p:cNvCxnSpPr>
          <p:nvPr/>
        </p:nvCxnSpPr>
        <p:spPr>
          <a:xfrm rot="10800000">
            <a:off x="4186800" y="3627075"/>
            <a:ext cx="920700" cy="444600"/>
          </a:xfrm>
          <a:prstGeom prst="straightConnector1">
            <a:avLst/>
          </a:prstGeom>
          <a:noFill/>
          <a:ln cap="flat" cmpd="sng" w="9525">
            <a:solidFill>
              <a:schemeClr val="dk2"/>
            </a:solidFill>
            <a:prstDash val="solid"/>
            <a:round/>
            <a:headEnd len="sm" w="sm" type="none"/>
            <a:tailEnd len="med" w="med" type="triangle"/>
          </a:ln>
        </p:spPr>
      </p:cxnSp>
      <p:sp>
        <p:nvSpPr>
          <p:cNvPr id="404" name="Google Shape;404;p59"/>
          <p:cNvSpPr txBox="1"/>
          <p:nvPr/>
        </p:nvSpPr>
        <p:spPr>
          <a:xfrm>
            <a:off x="6691550" y="85575"/>
            <a:ext cx="2358600" cy="3339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000000"/>
                </a:solidFill>
                <a:latin typeface="Proxima Nova"/>
                <a:ea typeface="Proxima Nova"/>
                <a:cs typeface="Proxima Nova"/>
                <a:sym typeface="Proxima Nova"/>
              </a:rPr>
              <a:t>Quick Review: If Needed</a:t>
            </a:r>
            <a:endParaRPr b="1" i="1"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08" name="Shape 408"/>
        <p:cNvGrpSpPr/>
        <p:nvPr/>
      </p:nvGrpSpPr>
      <p:grpSpPr>
        <a:xfrm>
          <a:off x="0" y="0"/>
          <a:ext cx="0" cy="0"/>
          <a:chOff x="0" y="0"/>
          <a:chExt cx="0" cy="0"/>
        </a:xfrm>
      </p:grpSpPr>
      <p:sp>
        <p:nvSpPr>
          <p:cNvPr id="409" name="Google Shape;409;p6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0" name="Google Shape;410;p6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1" name="Google Shape;411;p6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SEE YOU NEXT TIME!</a:t>
            </a:r>
            <a:endParaRPr b="1" i="0" sz="4000" u="none" cap="none" strike="noStrike">
              <a:solidFill>
                <a:schemeClr val="lt1"/>
              </a:solidFill>
              <a:latin typeface="Roboto"/>
              <a:ea typeface="Roboto"/>
              <a:cs typeface="Roboto"/>
              <a:sym typeface="Roboto"/>
            </a:endParaRPr>
          </a:p>
        </p:txBody>
      </p:sp>
      <p:sp>
        <p:nvSpPr>
          <p:cNvPr id="412" name="Google Shape;412;p60"/>
          <p:cNvSpPr txBox="1"/>
          <p:nvPr/>
        </p:nvSpPr>
        <p:spPr>
          <a:xfrm>
            <a:off x="614325" y="1253350"/>
            <a:ext cx="7950000" cy="3240900"/>
          </a:xfrm>
          <a:prstGeom prst="rect">
            <a:avLst/>
          </a:prstGeom>
          <a:solidFill>
            <a:srgbClr val="FFFFFF"/>
          </a:solidFill>
          <a:ln>
            <a:noFill/>
          </a:ln>
        </p:spPr>
        <p:txBody>
          <a:bodyPr anchorCtr="0" anchor="t" bIns="75575" lIns="75575" spcFirstLastPara="1" rIns="75575" wrap="square" tIns="75575">
            <a:noAutofit/>
          </a:bodyPr>
          <a:lstStyle/>
          <a:p>
            <a:pPr indent="0" lvl="0" marL="0" marR="0" rtl="0" algn="l">
              <a:lnSpc>
                <a:spcPct val="115000"/>
              </a:lnSpc>
              <a:spcBef>
                <a:spcPts val="600"/>
              </a:spcBef>
              <a:spcAft>
                <a:spcPts val="0"/>
              </a:spcAft>
              <a:buClr>
                <a:srgbClr val="000000"/>
              </a:buClr>
              <a:buSzPts val="2100"/>
              <a:buFont typeface="Arial"/>
              <a:buNone/>
            </a:pPr>
            <a:r>
              <a:rPr b="1" i="0" lang="en" sz="2100" u="none" cap="none" strike="noStrike">
                <a:solidFill>
                  <a:srgbClr val="000000"/>
                </a:solidFill>
                <a:latin typeface="Proxima Nova"/>
                <a:ea typeface="Proxima Nova"/>
                <a:cs typeface="Proxima Nova"/>
                <a:sym typeface="Proxima Nova"/>
              </a:rPr>
              <a:t>✏️ Jot down your study plan for this week! When will you schedule your Khan Academy practice? What is your goal number of minutes? </a:t>
            </a:r>
            <a:endParaRPr b="1" i="0" sz="2100" u="none" cap="none" strike="noStrike">
              <a:solidFill>
                <a:srgbClr val="000000"/>
              </a:solidFill>
              <a:latin typeface="Proxima Nova"/>
              <a:ea typeface="Proxima Nova"/>
              <a:cs typeface="Proxima Nova"/>
              <a:sym typeface="Proxima Nova"/>
            </a:endParaRPr>
          </a:p>
          <a:p>
            <a:pPr indent="0" lvl="0" marL="0" marR="0" rtl="0" algn="l">
              <a:lnSpc>
                <a:spcPct val="115000"/>
              </a:lnSpc>
              <a:spcBef>
                <a:spcPts val="600"/>
              </a:spcBef>
              <a:spcAft>
                <a:spcPts val="0"/>
              </a:spcAft>
              <a:buClr>
                <a:srgbClr val="000000"/>
              </a:buClr>
              <a:buSzPts val="1400"/>
              <a:buFont typeface="Arial"/>
              <a:buNone/>
            </a:pPr>
            <a:r>
              <a:t/>
            </a:r>
            <a:endParaRPr b="1" i="0" sz="1400" u="none" cap="none" strike="noStrike">
              <a:solidFill>
                <a:srgbClr val="000000"/>
              </a:solidFill>
              <a:latin typeface="Proxima Nova"/>
              <a:ea typeface="Proxima Nova"/>
              <a:cs typeface="Proxima Nova"/>
              <a:sym typeface="Proxima Nova"/>
            </a:endParaRPr>
          </a:p>
          <a:p>
            <a:pPr indent="0" lvl="0" marL="0" marR="0" rtl="0" algn="l">
              <a:lnSpc>
                <a:spcPct val="115000"/>
              </a:lnSpc>
              <a:spcBef>
                <a:spcPts val="600"/>
              </a:spcBef>
              <a:spcAft>
                <a:spcPts val="0"/>
              </a:spcAft>
              <a:buClr>
                <a:srgbClr val="000000"/>
              </a:buClr>
              <a:buSzPts val="2100"/>
              <a:buFont typeface="Arial"/>
              <a:buNone/>
            </a:pPr>
            <a:r>
              <a:rPr b="1" i="0" lang="en" sz="2100" u="none" cap="none" strike="noStrike">
                <a:solidFill>
                  <a:srgbClr val="000000"/>
                </a:solidFill>
                <a:latin typeface="Proxima Nova"/>
                <a:ea typeface="Proxima Nova"/>
                <a:cs typeface="Proxima Nova"/>
                <a:sym typeface="Proxima Nova"/>
              </a:rPr>
              <a:t>💫 Here’s the plan for our next session, our last session together!</a:t>
            </a:r>
            <a:endParaRPr b="1" i="0" sz="2100" u="none" cap="none" strike="noStrike">
              <a:solidFill>
                <a:srgbClr val="000000"/>
              </a:solidFill>
              <a:latin typeface="Proxima Nova"/>
              <a:ea typeface="Proxima Nova"/>
              <a:cs typeface="Proxima Nova"/>
              <a:sym typeface="Proxima Nova"/>
            </a:endParaRPr>
          </a:p>
          <a:p>
            <a:pPr indent="0" lvl="0" marL="0" marR="0" rtl="0" algn="l">
              <a:lnSpc>
                <a:spcPct val="115000"/>
              </a:lnSpc>
              <a:spcBef>
                <a:spcPts val="600"/>
              </a:spcBef>
              <a:spcAft>
                <a:spcPts val="0"/>
              </a:spcAft>
              <a:buClr>
                <a:srgbClr val="000000"/>
              </a:buClr>
              <a:buSzPts val="100"/>
              <a:buFont typeface="Arial"/>
              <a:buNone/>
            </a:pPr>
            <a:r>
              <a:t/>
            </a:r>
            <a:endParaRPr b="0" i="0" sz="100" u="none" cap="none" strike="noStrike">
              <a:solidFill>
                <a:srgbClr val="000000"/>
              </a:solidFill>
              <a:latin typeface="Proxima Nova"/>
              <a:ea typeface="Proxima Nova"/>
              <a:cs typeface="Proxima Nova"/>
              <a:sym typeface="Proxima Nova"/>
            </a:endParaRPr>
          </a:p>
          <a:p>
            <a:pPr indent="0" lvl="0" marL="457200" marR="0" rtl="0" algn="l">
              <a:lnSpc>
                <a:spcPct val="115000"/>
              </a:lnSpc>
              <a:spcBef>
                <a:spcPts val="600"/>
              </a:spcBef>
              <a:spcAft>
                <a:spcPts val="0"/>
              </a:spcAft>
              <a:buClr>
                <a:schemeClr val="dk2"/>
              </a:buClr>
              <a:buSzPts val="1100"/>
              <a:buFont typeface="Arial"/>
              <a:buNone/>
            </a:pPr>
            <a:r>
              <a:rPr b="0" i="0" lang="en" sz="1600" u="none" cap="none" strike="noStrike">
                <a:solidFill>
                  <a:schemeClr val="dk2"/>
                </a:solidFill>
                <a:latin typeface="Proxima Nova"/>
                <a:ea typeface="Proxima Nova"/>
                <a:cs typeface="Proxima Nova"/>
                <a:sym typeface="Proxima Nova"/>
              </a:rPr>
              <a:t>70 </a:t>
            </a:r>
            <a:r>
              <a:rPr b="0" i="0" lang="en" sz="1600" u="none" cap="none" strike="noStrike">
                <a:solidFill>
                  <a:schemeClr val="dk2"/>
                </a:solidFill>
                <a:highlight>
                  <a:srgbClr val="F4CCCC"/>
                </a:highlight>
                <a:latin typeface="Proxima Nova"/>
                <a:ea typeface="Proxima Nova"/>
                <a:cs typeface="Proxima Nova"/>
                <a:sym typeface="Proxima Nova"/>
              </a:rPr>
              <a:t>Quick Tips &amp; Bluebook Full Practice Test</a:t>
            </a:r>
            <a:endParaRPr b="1" i="0" sz="2500" u="none" cap="none" strike="noStrike">
              <a:solidFill>
                <a:schemeClr val="dk2"/>
              </a:solidFill>
              <a:highlight>
                <a:srgbClr val="F4CCCC"/>
              </a:highlight>
              <a:latin typeface="Proxima Nova"/>
              <a:ea typeface="Proxima Nova"/>
              <a:cs typeface="Proxima Nova"/>
              <a:sym typeface="Proxima Nova"/>
            </a:endParaRPr>
          </a:p>
          <a:p>
            <a:pPr indent="0" lvl="0" marL="457200" marR="0" rtl="0" algn="l">
              <a:lnSpc>
                <a:spcPct val="115000"/>
              </a:lnSpc>
              <a:spcBef>
                <a:spcPts val="600"/>
              </a:spcBef>
              <a:spcAft>
                <a:spcPts val="600"/>
              </a:spcAft>
              <a:buClr>
                <a:schemeClr val="dk2"/>
              </a:buClr>
              <a:buSzPts val="1100"/>
              <a:buFont typeface="Arial"/>
              <a:buNone/>
            </a:pPr>
            <a:r>
              <a:t/>
            </a:r>
            <a:endParaRPr b="0" i="0" sz="1600" u="none" cap="none" strike="noStrike">
              <a:solidFill>
                <a:srgbClr val="000000"/>
              </a:solidFill>
              <a:highlight>
                <a:srgbClr val="D9D2E9"/>
              </a:highlight>
              <a:latin typeface="Proxima Nova"/>
              <a:ea typeface="Proxima Nova"/>
              <a:cs typeface="Proxima Nova"/>
              <a:sym typeface="Proxima Nova"/>
            </a:endParaRPr>
          </a:p>
        </p:txBody>
      </p:sp>
      <p:sp>
        <p:nvSpPr>
          <p:cNvPr id="413" name="Google Shape;413;p60"/>
          <p:cNvSpPr/>
          <p:nvPr/>
        </p:nvSpPr>
        <p:spPr>
          <a:xfrm>
            <a:off x="5965900" y="3430850"/>
            <a:ext cx="1774900" cy="987275"/>
          </a:xfrm>
          <a:prstGeom prst="flowChartProcess">
            <a:avLst/>
          </a:prstGeom>
          <a:solidFill>
            <a:srgbClr val="DB443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Proxima Nova"/>
                <a:ea typeface="Proxima Nova"/>
                <a:cs typeface="Proxima Nova"/>
                <a:sym typeface="Proxima Nova"/>
              </a:rPr>
              <a:t>Be sure that you have downloaded Bluebook!</a:t>
            </a:r>
            <a:endParaRPr b="1" i="0" sz="1400" u="none" cap="none" strike="noStrike">
              <a:solidFill>
                <a:srgbClr val="FFFFFF"/>
              </a:solidFill>
              <a:latin typeface="Proxima Nova"/>
              <a:ea typeface="Proxima Nova"/>
              <a:cs typeface="Proxima Nova"/>
              <a:sym typeface="Proxima Nova"/>
            </a:endParaRPr>
          </a:p>
        </p:txBody>
      </p:sp>
      <p:cxnSp>
        <p:nvCxnSpPr>
          <p:cNvPr id="414" name="Google Shape;414;p60"/>
          <p:cNvCxnSpPr>
            <a:stCxn id="413" idx="1"/>
          </p:cNvCxnSpPr>
          <p:nvPr/>
        </p:nvCxnSpPr>
        <p:spPr>
          <a:xfrm rot="10800000">
            <a:off x="5371300" y="3653888"/>
            <a:ext cx="594600" cy="2706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B7B7B7"/>
        </a:solidFill>
      </p:bgPr>
    </p:bg>
    <p:spTree>
      <p:nvGrpSpPr>
        <p:cNvPr id="418" name="Shape 418"/>
        <p:cNvGrpSpPr/>
        <p:nvPr/>
      </p:nvGrpSpPr>
      <p:grpSpPr>
        <a:xfrm>
          <a:off x="0" y="0"/>
          <a:ext cx="0" cy="0"/>
          <a:chOff x="0" y="0"/>
          <a:chExt cx="0" cy="0"/>
        </a:xfrm>
      </p:grpSpPr>
      <p:sp>
        <p:nvSpPr>
          <p:cNvPr id="419" name="Google Shape;419;p61"/>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266700" lvl="0" marL="381000" marR="0" rtl="0" algn="l">
              <a:lnSpc>
                <a:spcPct val="100000"/>
              </a:lnSpc>
              <a:spcBef>
                <a:spcPts val="0"/>
              </a:spcBef>
              <a:spcAft>
                <a:spcPts val="0"/>
              </a:spcAft>
              <a:buClr>
                <a:srgbClr val="000000"/>
              </a:buClr>
              <a:buSzPts val="1200"/>
              <a:buFont typeface="Arial"/>
              <a:buChar char="●"/>
            </a:pPr>
            <a:r>
              <a:t/>
            </a:r>
            <a:endParaRPr b="0" i="0" sz="1200" u="none" cap="none" strike="noStrike">
              <a:solidFill>
                <a:srgbClr val="000000"/>
              </a:solidFill>
              <a:latin typeface="Arial"/>
              <a:ea typeface="Arial"/>
              <a:cs typeface="Arial"/>
              <a:sym typeface="Arial"/>
            </a:endParaRPr>
          </a:p>
        </p:txBody>
      </p:sp>
      <p:sp>
        <p:nvSpPr>
          <p:cNvPr id="420" name="Google Shape;420;p61"/>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21" name="Google Shape;421;p61"/>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oboto"/>
                <a:ea typeface="Roboto"/>
                <a:cs typeface="Roboto"/>
                <a:sym typeface="Roboto"/>
              </a:rPr>
              <a:t>TUTOR AFTER WORK</a:t>
            </a:r>
            <a:endParaRPr b="1" i="0" sz="4500" u="none" cap="none" strike="noStrike">
              <a:solidFill>
                <a:schemeClr val="lt1"/>
              </a:solidFill>
              <a:latin typeface="Roboto"/>
              <a:ea typeface="Roboto"/>
              <a:cs typeface="Roboto"/>
              <a:sym typeface="Roboto"/>
            </a:endParaRPr>
          </a:p>
        </p:txBody>
      </p:sp>
      <p:sp>
        <p:nvSpPr>
          <p:cNvPr id="422" name="Google Shape;422;p61"/>
          <p:cNvSpPr txBox="1"/>
          <p:nvPr/>
        </p:nvSpPr>
        <p:spPr>
          <a:xfrm>
            <a:off x="847909" y="1285461"/>
            <a:ext cx="7427400" cy="1248900"/>
          </a:xfrm>
          <a:prstGeom prst="rect">
            <a:avLst/>
          </a:prstGeom>
          <a:solidFill>
            <a:srgbClr val="FFFFFF"/>
          </a:solidFill>
          <a:ln cap="flat" cmpd="sng" w="76200">
            <a:solidFill>
              <a:srgbClr val="FFFFFF"/>
            </a:solidFill>
            <a:prstDash val="solid"/>
            <a:round/>
            <a:headEnd len="sm" w="sm" type="none"/>
            <a:tailEnd len="sm" w="sm" type="none"/>
          </a:ln>
        </p:spPr>
        <p:txBody>
          <a:bodyPr anchorCtr="0" anchor="t" bIns="75575" lIns="75575" spcFirstLastPara="1" rIns="75575" wrap="square" tIns="75575">
            <a:noAutofit/>
          </a:bodyPr>
          <a:lstStyle/>
          <a:p>
            <a:pPr indent="-317500" lvl="0" marL="381000" marR="0" rtl="0" algn="l">
              <a:lnSpc>
                <a:spcPct val="115000"/>
              </a:lnSpc>
              <a:spcBef>
                <a:spcPts val="1500"/>
              </a:spcBef>
              <a:spcAft>
                <a:spcPts val="0"/>
              </a:spcAft>
              <a:buClr>
                <a:srgbClr val="000000"/>
              </a:buClr>
              <a:buSzPts val="2000"/>
              <a:buFont typeface="Proxima Nova"/>
              <a:buChar char="❏"/>
            </a:pPr>
            <a:r>
              <a:rPr b="0" i="0" lang="en" sz="2000" u="none" cap="none" strike="noStrike">
                <a:solidFill>
                  <a:srgbClr val="000000"/>
                </a:solidFill>
                <a:latin typeface="Proxima Nova"/>
                <a:ea typeface="Proxima Nova"/>
                <a:cs typeface="Proxima Nova"/>
                <a:sym typeface="Proxima Nova"/>
              </a:rPr>
              <a:t>Provide each learner with</a:t>
            </a:r>
            <a:r>
              <a:rPr b="0" i="0" lang="en" sz="2000" u="sng" cap="none" strike="noStrike">
                <a:solidFill>
                  <a:schemeClr val="hlink"/>
                </a:solidFill>
                <a:latin typeface="Proxima Nova"/>
                <a:ea typeface="Proxima Nova"/>
                <a:cs typeface="Proxima Nova"/>
                <a:sym typeface="Proxima Nova"/>
                <a:hlinkClick r:id="rId3"/>
              </a:rPr>
              <a:t> feedback via the platform</a:t>
            </a:r>
            <a:r>
              <a:rPr b="0" i="0" lang="en" sz="2000" u="none" cap="none" strike="noStrike">
                <a:solidFill>
                  <a:srgbClr val="000000"/>
                </a:solidFill>
                <a:latin typeface="Proxima Nova"/>
                <a:ea typeface="Proxima Nova"/>
                <a:cs typeface="Proxima Nova"/>
                <a:sym typeface="Proxima Nova"/>
              </a:rPr>
              <a:t>— </a:t>
            </a:r>
            <a:r>
              <a:rPr b="0" i="1" lang="en" sz="2000" u="none" cap="none" strike="noStrike">
                <a:solidFill>
                  <a:srgbClr val="000000"/>
                </a:solidFill>
                <a:latin typeface="Proxima Nova"/>
                <a:ea typeface="Proxima Nova"/>
                <a:cs typeface="Proxima Nova"/>
                <a:sym typeface="Proxima Nova"/>
              </a:rPr>
              <a:t>personalize the feedback if possible.</a:t>
            </a:r>
            <a:endParaRPr b="0" i="1" sz="2000" u="none" cap="none" strike="noStrike">
              <a:solidFill>
                <a:srgbClr val="000000"/>
              </a:solidFill>
              <a:latin typeface="Proxima Nova"/>
              <a:ea typeface="Proxima Nova"/>
              <a:cs typeface="Proxima Nova"/>
              <a:sym typeface="Proxima Nova"/>
            </a:endParaRPr>
          </a:p>
          <a:p>
            <a:pPr indent="-355600" lvl="0" marL="914400" marR="0" rtl="0" algn="l">
              <a:lnSpc>
                <a:spcPct val="115000"/>
              </a:lnSpc>
              <a:spcBef>
                <a:spcPts val="0"/>
              </a:spcBef>
              <a:spcAft>
                <a:spcPts val="0"/>
              </a:spcAft>
              <a:buClr>
                <a:srgbClr val="000000"/>
              </a:buClr>
              <a:buSzPts val="2000"/>
              <a:buFont typeface="Proxima Nova"/>
              <a:buChar char="●"/>
            </a:pPr>
            <a:r>
              <a:rPr b="0" i="0" lang="en" sz="2000" u="none" cap="none" strike="noStrike">
                <a:solidFill>
                  <a:srgbClr val="000000"/>
                </a:solidFill>
                <a:latin typeface="Proxima Nova"/>
                <a:ea typeface="Proxima Nova"/>
                <a:cs typeface="Proxima Nova"/>
                <a:sym typeface="Proxima Nova"/>
              </a:rPr>
              <a:t>Sharing feedback can help boost learner attendance at future sessions!</a:t>
            </a:r>
            <a:endParaRPr b="0" i="0" sz="20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22" name="Shape 122"/>
        <p:cNvGrpSpPr/>
        <p:nvPr/>
      </p:nvGrpSpPr>
      <p:grpSpPr>
        <a:xfrm>
          <a:off x="0" y="0"/>
          <a:ext cx="0" cy="0"/>
          <a:chOff x="0" y="0"/>
          <a:chExt cx="0" cy="0"/>
        </a:xfrm>
      </p:grpSpPr>
      <p:sp>
        <p:nvSpPr>
          <p:cNvPr id="123" name="Google Shape;123;p27"/>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4" name="Google Shape;124;p27"/>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5" name="Google Shape;125;p27"/>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Pythagorean Theorem</a:t>
            </a:r>
            <a:endParaRPr b="1" sz="3800">
              <a:solidFill>
                <a:schemeClr val="lt1"/>
              </a:solidFill>
              <a:latin typeface="Roboto"/>
              <a:ea typeface="Roboto"/>
              <a:cs typeface="Roboto"/>
              <a:sym typeface="Roboto"/>
            </a:endParaRPr>
          </a:p>
        </p:txBody>
      </p:sp>
      <p:pic>
        <p:nvPicPr>
          <p:cNvPr id="126" name="Google Shape;126;p27"/>
          <p:cNvPicPr preferRelativeResize="0"/>
          <p:nvPr/>
        </p:nvPicPr>
        <p:blipFill rotWithShape="1">
          <a:blip r:embed="rId3">
            <a:alphaModFix/>
          </a:blip>
          <a:srcRect b="27584" l="51919" r="5255" t="7282"/>
          <a:stretch/>
        </p:blipFill>
        <p:spPr>
          <a:xfrm>
            <a:off x="728251" y="1671451"/>
            <a:ext cx="3181675" cy="2530574"/>
          </a:xfrm>
          <a:prstGeom prst="rect">
            <a:avLst/>
          </a:prstGeom>
          <a:noFill/>
          <a:ln>
            <a:noFill/>
          </a:ln>
        </p:spPr>
      </p:pic>
      <p:pic>
        <p:nvPicPr>
          <p:cNvPr id="127" name="Google Shape;127;p27"/>
          <p:cNvPicPr preferRelativeResize="0"/>
          <p:nvPr/>
        </p:nvPicPr>
        <p:blipFill rotWithShape="1">
          <a:blip r:embed="rId3">
            <a:alphaModFix/>
          </a:blip>
          <a:srcRect b="0" l="0" r="71089" t="82616"/>
          <a:stretch/>
        </p:blipFill>
        <p:spPr>
          <a:xfrm>
            <a:off x="5847750" y="1431650"/>
            <a:ext cx="2336364" cy="734700"/>
          </a:xfrm>
          <a:prstGeom prst="rect">
            <a:avLst/>
          </a:prstGeom>
          <a:noFill/>
          <a:ln>
            <a:noFill/>
          </a:ln>
        </p:spPr>
      </p:pic>
      <p:pic>
        <p:nvPicPr>
          <p:cNvPr id="128" name="Google Shape;128;p27"/>
          <p:cNvPicPr preferRelativeResize="0"/>
          <p:nvPr/>
        </p:nvPicPr>
        <p:blipFill>
          <a:blip r:embed="rId4">
            <a:alphaModFix/>
          </a:blip>
          <a:stretch>
            <a:fillRect/>
          </a:stretch>
        </p:blipFill>
        <p:spPr>
          <a:xfrm>
            <a:off x="5932613" y="2307036"/>
            <a:ext cx="2160358" cy="756300"/>
          </a:xfrm>
          <a:prstGeom prst="rect">
            <a:avLst/>
          </a:prstGeom>
          <a:noFill/>
          <a:ln>
            <a:noFill/>
          </a:ln>
        </p:spPr>
      </p:pic>
      <p:sp>
        <p:nvSpPr>
          <p:cNvPr id="129" name="Google Shape;129;p27"/>
          <p:cNvSpPr txBox="1"/>
          <p:nvPr/>
        </p:nvSpPr>
        <p:spPr>
          <a:xfrm>
            <a:off x="5932625" y="3296300"/>
            <a:ext cx="27957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a:t>
            </a:r>
            <a:r>
              <a:rPr lang="en" sz="2000">
                <a:solidFill>
                  <a:schemeClr val="dk2"/>
                </a:solidFill>
                <a:latin typeface="Proxima Nova Semibold"/>
                <a:ea typeface="Proxima Nova Semibold"/>
                <a:cs typeface="Proxima Nova Semibold"/>
                <a:sym typeface="Proxima Nova Semibold"/>
              </a:rPr>
              <a:t> = leg</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a:t>
            </a:r>
            <a:r>
              <a:rPr lang="en" sz="2000">
                <a:solidFill>
                  <a:schemeClr val="dk2"/>
                </a:solidFill>
                <a:latin typeface="Proxima Nova Semibold"/>
                <a:ea typeface="Proxima Nova Semibold"/>
                <a:cs typeface="Proxima Nova Semibold"/>
                <a:sym typeface="Proxima Nova Semibold"/>
              </a:rPr>
              <a:t> = leg</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c</a:t>
            </a:r>
            <a:r>
              <a:rPr lang="en" sz="2000">
                <a:solidFill>
                  <a:schemeClr val="dk2"/>
                </a:solidFill>
                <a:latin typeface="Proxima Nova Semibold"/>
                <a:ea typeface="Proxima Nova Semibold"/>
                <a:cs typeface="Proxima Nova Semibold"/>
                <a:sym typeface="Proxima Nova Semibold"/>
              </a:rPr>
              <a:t> = hypotenuse</a:t>
            </a:r>
            <a:endParaRPr sz="2000">
              <a:solidFill>
                <a:schemeClr val="dk2"/>
              </a:solidFill>
              <a:latin typeface="Proxima Nova Semibold"/>
              <a:ea typeface="Proxima Nova Semibold"/>
              <a:cs typeface="Proxima Nova Semibold"/>
              <a:sym typeface="Proxima Nova Semibold"/>
            </a:endParaRPr>
          </a:p>
        </p:txBody>
      </p:sp>
      <p:sp>
        <p:nvSpPr>
          <p:cNvPr id="130" name="Google Shape;130;p27"/>
          <p:cNvSpPr txBox="1"/>
          <p:nvPr/>
        </p:nvSpPr>
        <p:spPr>
          <a:xfrm>
            <a:off x="1118725" y="1431638"/>
            <a:ext cx="4631700" cy="105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Used to find the side lengths</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                of a RIGHT triangle</a:t>
            </a:r>
            <a:endParaRPr sz="2000">
              <a:solidFill>
                <a:schemeClr val="dk2"/>
              </a:solidFill>
              <a:latin typeface="Proxima Nova Semibold"/>
              <a:ea typeface="Proxima Nova Semibold"/>
              <a:cs typeface="Proxima Nova Semibold"/>
              <a:sym typeface="Proxima Nova Semibold"/>
            </a:endParaRPr>
          </a:p>
        </p:txBody>
      </p:sp>
      <p:sp>
        <p:nvSpPr>
          <p:cNvPr id="131" name="Google Shape;131;p27"/>
          <p:cNvSpPr txBox="1"/>
          <p:nvPr/>
        </p:nvSpPr>
        <p:spPr>
          <a:xfrm>
            <a:off x="728250" y="4202025"/>
            <a:ext cx="51243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Proxima Nova Semibold"/>
                <a:ea typeface="Proxima Nova Semibold"/>
                <a:cs typeface="Proxima Nova Semibold"/>
                <a:sym typeface="Proxima Nova Semibold"/>
              </a:rPr>
              <a:t>See also: Pythagorean triples (e.g., 3, 4, 5)</a:t>
            </a:r>
            <a:endParaRPr sz="1600">
              <a:solidFill>
                <a:schemeClr val="dk2"/>
              </a:solidFill>
              <a:latin typeface="Proxima Nova Semibold"/>
              <a:ea typeface="Proxima Nova Semibold"/>
              <a:cs typeface="Proxima Nova Semibold"/>
              <a:sym typeface="Proxima Nova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35" name="Shape 135"/>
        <p:cNvGrpSpPr/>
        <p:nvPr/>
      </p:nvGrpSpPr>
      <p:grpSpPr>
        <a:xfrm>
          <a:off x="0" y="0"/>
          <a:ext cx="0" cy="0"/>
          <a:chOff x="0" y="0"/>
          <a:chExt cx="0" cy="0"/>
        </a:xfrm>
      </p:grpSpPr>
      <p:sp>
        <p:nvSpPr>
          <p:cNvPr id="136" name="Google Shape;136;p2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7" name="Google Shape;137;p2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8" name="Google Shape;138;p2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Special Right Triangles</a:t>
            </a:r>
            <a:endParaRPr b="1" sz="3800">
              <a:solidFill>
                <a:schemeClr val="lt1"/>
              </a:solidFill>
              <a:latin typeface="Roboto"/>
              <a:ea typeface="Roboto"/>
              <a:cs typeface="Roboto"/>
              <a:sym typeface="Roboto"/>
            </a:endParaRPr>
          </a:p>
        </p:txBody>
      </p:sp>
      <p:sp>
        <p:nvSpPr>
          <p:cNvPr id="139" name="Google Shape;139;p28"/>
          <p:cNvSpPr txBox="1"/>
          <p:nvPr/>
        </p:nvSpPr>
        <p:spPr>
          <a:xfrm>
            <a:off x="721050" y="1208235"/>
            <a:ext cx="7701900" cy="406200"/>
          </a:xfrm>
          <a:prstGeom prst="rect">
            <a:avLst/>
          </a:prstGeom>
          <a:noFill/>
          <a:ln>
            <a:noFill/>
          </a:ln>
        </p:spPr>
        <p:txBody>
          <a:bodyPr anchorCtr="0" anchor="ctr" bIns="75575" lIns="75575" spcFirstLastPara="1" rIns="75575" wrap="square" tIns="75575">
            <a:noAutofit/>
          </a:bodyPr>
          <a:lstStyle/>
          <a:p>
            <a:pPr indent="0" lvl="0" marL="0" rtl="0" algn="ctr">
              <a:lnSpc>
                <a:spcPct val="115000"/>
              </a:lnSpc>
              <a:spcBef>
                <a:spcPts val="0"/>
              </a:spcBef>
              <a:spcAft>
                <a:spcPts val="0"/>
              </a:spcAft>
              <a:buNone/>
            </a:pPr>
            <a:r>
              <a:t/>
            </a:r>
            <a:endParaRPr b="1" sz="2300">
              <a:latin typeface="Proxima Nova"/>
              <a:ea typeface="Proxima Nova"/>
              <a:cs typeface="Proxima Nova"/>
              <a:sym typeface="Proxima Nova"/>
            </a:endParaRPr>
          </a:p>
        </p:txBody>
      </p:sp>
      <p:pic>
        <p:nvPicPr>
          <p:cNvPr id="140" name="Google Shape;140;p28"/>
          <p:cNvPicPr preferRelativeResize="0"/>
          <p:nvPr/>
        </p:nvPicPr>
        <p:blipFill rotWithShape="1">
          <a:blip r:embed="rId3">
            <a:alphaModFix/>
          </a:blip>
          <a:srcRect b="58297" l="0" r="0" t="0"/>
          <a:stretch/>
        </p:blipFill>
        <p:spPr>
          <a:xfrm>
            <a:off x="721025" y="1523413"/>
            <a:ext cx="2541301" cy="1329125"/>
          </a:xfrm>
          <a:prstGeom prst="rect">
            <a:avLst/>
          </a:prstGeom>
          <a:noFill/>
          <a:ln>
            <a:noFill/>
          </a:ln>
        </p:spPr>
      </p:pic>
      <p:pic>
        <p:nvPicPr>
          <p:cNvPr id="141" name="Google Shape;141;p28"/>
          <p:cNvPicPr preferRelativeResize="0"/>
          <p:nvPr/>
        </p:nvPicPr>
        <p:blipFill rotWithShape="1">
          <a:blip r:embed="rId3">
            <a:alphaModFix/>
          </a:blip>
          <a:srcRect b="3948" l="0" r="0" t="45244"/>
          <a:stretch/>
        </p:blipFill>
        <p:spPr>
          <a:xfrm>
            <a:off x="721025" y="2893225"/>
            <a:ext cx="2541301" cy="1619251"/>
          </a:xfrm>
          <a:prstGeom prst="rect">
            <a:avLst/>
          </a:prstGeom>
          <a:noFill/>
          <a:ln>
            <a:noFill/>
          </a:ln>
        </p:spPr>
      </p:pic>
      <p:sp>
        <p:nvSpPr>
          <p:cNvPr id="142" name="Google Shape;142;p28"/>
          <p:cNvSpPr txBox="1"/>
          <p:nvPr/>
        </p:nvSpPr>
        <p:spPr>
          <a:xfrm>
            <a:off x="2787975" y="1905687"/>
            <a:ext cx="13197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30-60-90 </a:t>
            </a:r>
            <a:endParaRPr b="1">
              <a:solidFill>
                <a:schemeClr val="dk2"/>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triangle</a:t>
            </a:r>
            <a:endParaRPr b="1">
              <a:solidFill>
                <a:schemeClr val="dk2"/>
              </a:solidFill>
              <a:latin typeface="Proxima Nova"/>
              <a:ea typeface="Proxima Nova"/>
              <a:cs typeface="Proxima Nova"/>
              <a:sym typeface="Proxima Nova"/>
            </a:endParaRPr>
          </a:p>
        </p:txBody>
      </p:sp>
      <p:sp>
        <p:nvSpPr>
          <p:cNvPr id="143" name="Google Shape;143;p28"/>
          <p:cNvSpPr txBox="1"/>
          <p:nvPr/>
        </p:nvSpPr>
        <p:spPr>
          <a:xfrm>
            <a:off x="2787975" y="3333112"/>
            <a:ext cx="13197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45-45</a:t>
            </a:r>
            <a:r>
              <a:rPr b="1" lang="en">
                <a:solidFill>
                  <a:schemeClr val="dk2"/>
                </a:solidFill>
                <a:latin typeface="Proxima Nova"/>
                <a:ea typeface="Proxima Nova"/>
                <a:cs typeface="Proxima Nova"/>
                <a:sym typeface="Proxima Nova"/>
              </a:rPr>
              <a:t>-90 triangle</a:t>
            </a:r>
            <a:endParaRPr sz="1200">
              <a:solidFill>
                <a:schemeClr val="dk2"/>
              </a:solidFill>
              <a:latin typeface="Proxima Nova Semibold"/>
              <a:ea typeface="Proxima Nova Semibold"/>
              <a:cs typeface="Proxima Nova Semibold"/>
              <a:sym typeface="Proxima Nova Semibold"/>
            </a:endParaRPr>
          </a:p>
        </p:txBody>
      </p:sp>
      <p:sp>
        <p:nvSpPr>
          <p:cNvPr id="144" name="Google Shape;144;p28"/>
          <p:cNvSpPr txBox="1"/>
          <p:nvPr/>
        </p:nvSpPr>
        <p:spPr>
          <a:xfrm>
            <a:off x="4479825" y="1523425"/>
            <a:ext cx="4167300" cy="27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Very (very!) common—</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be able to recognize them</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Note: Questions might also ask you about the </a:t>
            </a:r>
            <a:r>
              <a:rPr lang="en" sz="2000">
                <a:solidFill>
                  <a:schemeClr val="dk2"/>
                </a:solidFill>
                <a:latin typeface="Proxima Nova Semibold"/>
                <a:ea typeface="Proxima Nova Semibold"/>
                <a:cs typeface="Proxima Nova Semibold"/>
                <a:sym typeface="Proxima Nova Semibold"/>
              </a:rPr>
              <a:t>measurement</a:t>
            </a:r>
            <a:r>
              <a:rPr lang="en" sz="2000">
                <a:solidFill>
                  <a:schemeClr val="dk2"/>
                </a:solidFill>
                <a:latin typeface="Proxima Nova Semibold"/>
                <a:ea typeface="Proxima Nova Semibold"/>
                <a:cs typeface="Proxima Nova Semibold"/>
                <a:sym typeface="Proxima Nova Semibold"/>
              </a:rPr>
              <a:t> of a side length when you are only given one side.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If so, you need to find x. </a:t>
            </a:r>
            <a:endParaRPr sz="2000">
              <a:solidFill>
                <a:schemeClr val="dk2"/>
              </a:solidFill>
              <a:latin typeface="Proxima Nova Semibold"/>
              <a:ea typeface="Proxima Nova Semibold"/>
              <a:cs typeface="Proxima Nova Semibold"/>
              <a:sym typeface="Proxima Nova Semibold"/>
            </a:endParaRPr>
          </a:p>
        </p:txBody>
      </p:sp>
      <p:pic>
        <p:nvPicPr>
          <p:cNvPr id="145" name="Google Shape;145;p28"/>
          <p:cNvPicPr preferRelativeResize="0"/>
          <p:nvPr/>
        </p:nvPicPr>
        <p:blipFill>
          <a:blip r:embed="rId4">
            <a:alphaModFix/>
          </a:blip>
          <a:stretch>
            <a:fillRect/>
          </a:stretch>
        </p:blipFill>
        <p:spPr>
          <a:xfrm>
            <a:off x="1271225" y="3569050"/>
            <a:ext cx="114975" cy="106645"/>
          </a:xfrm>
          <a:prstGeom prst="rect">
            <a:avLst/>
          </a:prstGeom>
          <a:noFill/>
          <a:ln>
            <a:noFill/>
          </a:ln>
        </p:spPr>
      </p:pic>
      <p:pic>
        <p:nvPicPr>
          <p:cNvPr id="146" name="Google Shape;146;p28"/>
          <p:cNvPicPr preferRelativeResize="0"/>
          <p:nvPr/>
        </p:nvPicPr>
        <p:blipFill>
          <a:blip r:embed="rId4">
            <a:alphaModFix/>
          </a:blip>
          <a:stretch>
            <a:fillRect/>
          </a:stretch>
        </p:blipFill>
        <p:spPr>
          <a:xfrm>
            <a:off x="2083400" y="3471500"/>
            <a:ext cx="114975" cy="106650"/>
          </a:xfrm>
          <a:prstGeom prst="rect">
            <a:avLst/>
          </a:prstGeom>
          <a:noFill/>
          <a:ln>
            <a:noFill/>
          </a:ln>
        </p:spPr>
      </p:pic>
      <p:pic>
        <p:nvPicPr>
          <p:cNvPr id="147" name="Google Shape;147;p28"/>
          <p:cNvPicPr preferRelativeResize="0"/>
          <p:nvPr/>
        </p:nvPicPr>
        <p:blipFill>
          <a:blip r:embed="rId4">
            <a:alphaModFix/>
          </a:blip>
          <a:stretch>
            <a:fillRect/>
          </a:stretch>
        </p:blipFill>
        <p:spPr>
          <a:xfrm>
            <a:off x="2073450" y="4381250"/>
            <a:ext cx="114975" cy="10664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51" name="Shape 151"/>
        <p:cNvGrpSpPr/>
        <p:nvPr/>
      </p:nvGrpSpPr>
      <p:grpSpPr>
        <a:xfrm>
          <a:off x="0" y="0"/>
          <a:ext cx="0" cy="0"/>
          <a:chOff x="0" y="0"/>
          <a:chExt cx="0" cy="0"/>
        </a:xfrm>
      </p:grpSpPr>
      <p:sp>
        <p:nvSpPr>
          <p:cNvPr id="152" name="Google Shape;152;p2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53" name="Google Shape;153;p2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54" name="Google Shape;154;p2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Clr>
                <a:schemeClr val="dk2"/>
              </a:buClr>
              <a:buSzPts val="1100"/>
              <a:buFont typeface="Arial"/>
              <a:buNone/>
            </a:pPr>
            <a:r>
              <a:rPr b="1" lang="en" sz="3300">
                <a:solidFill>
                  <a:schemeClr val="lt1"/>
                </a:solidFill>
                <a:latin typeface="Roboto"/>
                <a:ea typeface="Roboto"/>
                <a:cs typeface="Roboto"/>
                <a:sym typeface="Roboto"/>
              </a:rPr>
              <a:t>SOHCAHTOA</a:t>
            </a:r>
            <a:endParaRPr b="1" sz="3300">
              <a:solidFill>
                <a:schemeClr val="lt1"/>
              </a:solidFill>
              <a:latin typeface="Roboto"/>
              <a:ea typeface="Roboto"/>
              <a:cs typeface="Roboto"/>
              <a:sym typeface="Roboto"/>
            </a:endParaRPr>
          </a:p>
        </p:txBody>
      </p:sp>
      <p:sp>
        <p:nvSpPr>
          <p:cNvPr id="155" name="Google Shape;155;p29"/>
          <p:cNvSpPr txBox="1"/>
          <p:nvPr/>
        </p:nvSpPr>
        <p:spPr>
          <a:xfrm>
            <a:off x="678225" y="1505188"/>
            <a:ext cx="4255500" cy="105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Based off of the </a:t>
            </a:r>
            <a:r>
              <a:rPr b="1" lang="en" sz="2000">
                <a:solidFill>
                  <a:schemeClr val="accent6"/>
                </a:solidFill>
                <a:latin typeface="Proxima Nova"/>
                <a:ea typeface="Proxima Nova"/>
                <a:cs typeface="Proxima Nova"/>
                <a:sym typeface="Proxima Nova"/>
              </a:rPr>
              <a:t>location of </a:t>
            </a:r>
            <a:r>
              <a:rPr b="1" lang="en" sz="2000">
                <a:solidFill>
                  <a:schemeClr val="accent6"/>
                </a:solidFill>
                <a:latin typeface="Proxima Nova"/>
                <a:ea typeface="Proxima Nova"/>
                <a:cs typeface="Proxima Nova"/>
                <a:sym typeface="Proxima Nova"/>
              </a:rPr>
              <a:t>θ</a:t>
            </a:r>
            <a:r>
              <a:rPr lang="en" sz="2000">
                <a:solidFill>
                  <a:schemeClr val="accent6"/>
                </a:solidFill>
                <a:latin typeface="Proxima Nova Semibold"/>
                <a:ea typeface="Proxima Nova Semibold"/>
                <a:cs typeface="Proxima Nova Semibold"/>
                <a:sym typeface="Proxima Nova Semibold"/>
              </a:rPr>
              <a:t> </a:t>
            </a:r>
            <a:r>
              <a:rPr lang="en" sz="2000">
                <a:solidFill>
                  <a:schemeClr val="dk2"/>
                </a:solidFill>
                <a:latin typeface="Proxima Nova Semibold"/>
                <a:ea typeface="Proxima Nova Semibold"/>
                <a:cs typeface="Proxima Nova Semibold"/>
                <a:sym typeface="Proxima Nova Semibold"/>
              </a:rPr>
              <a:t>and the </a:t>
            </a:r>
            <a:r>
              <a:rPr b="1" lang="en" sz="2000">
                <a:solidFill>
                  <a:schemeClr val="dk2"/>
                </a:solidFill>
                <a:latin typeface="Proxima Nova"/>
                <a:ea typeface="Proxima Nova"/>
                <a:cs typeface="Proxima Nova"/>
                <a:sym typeface="Proxima Nova"/>
              </a:rPr>
              <a:t>side lengths</a:t>
            </a:r>
            <a:r>
              <a:rPr lang="en" sz="2000">
                <a:solidFill>
                  <a:schemeClr val="dk2"/>
                </a:solidFill>
                <a:latin typeface="Proxima Nova Semibold"/>
                <a:ea typeface="Proxima Nova Semibold"/>
                <a:cs typeface="Proxima Nova Semibold"/>
                <a:sym typeface="Proxima Nova Semibold"/>
              </a:rPr>
              <a:t> of a right triangle</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700">
              <a:solidFill>
                <a:schemeClr val="dk2"/>
              </a:solidFill>
              <a:latin typeface="Proxima Nova Semibold"/>
              <a:ea typeface="Proxima Nova Semibold"/>
              <a:cs typeface="Proxima Nova Semibold"/>
              <a:sym typeface="Proxima Nova Semibold"/>
            </a:endParaRPr>
          </a:p>
        </p:txBody>
      </p:sp>
      <p:pic>
        <p:nvPicPr>
          <p:cNvPr id="156" name="Google Shape;156;p29"/>
          <p:cNvPicPr preferRelativeResize="0"/>
          <p:nvPr/>
        </p:nvPicPr>
        <p:blipFill>
          <a:blip r:embed="rId3">
            <a:alphaModFix/>
          </a:blip>
          <a:stretch>
            <a:fillRect/>
          </a:stretch>
        </p:blipFill>
        <p:spPr>
          <a:xfrm>
            <a:off x="1817100" y="2571750"/>
            <a:ext cx="1565350" cy="2112101"/>
          </a:xfrm>
          <a:prstGeom prst="rect">
            <a:avLst/>
          </a:prstGeom>
          <a:noFill/>
          <a:ln>
            <a:noFill/>
          </a:ln>
        </p:spPr>
      </p:pic>
      <p:pic>
        <p:nvPicPr>
          <p:cNvPr id="157" name="Google Shape;157;p29"/>
          <p:cNvPicPr preferRelativeResize="0"/>
          <p:nvPr/>
        </p:nvPicPr>
        <p:blipFill>
          <a:blip r:embed="rId4">
            <a:alphaModFix/>
          </a:blip>
          <a:stretch>
            <a:fillRect/>
          </a:stretch>
        </p:blipFill>
        <p:spPr>
          <a:xfrm>
            <a:off x="4933725" y="1657646"/>
            <a:ext cx="3397775" cy="2913175"/>
          </a:xfrm>
          <a:prstGeom prst="rect">
            <a:avLst/>
          </a:prstGeom>
          <a:noFill/>
          <a:ln>
            <a:noFill/>
          </a:ln>
        </p:spPr>
      </p:pic>
      <p:sp>
        <p:nvSpPr>
          <p:cNvPr id="158" name="Google Shape;158;p29"/>
          <p:cNvSpPr txBox="1"/>
          <p:nvPr/>
        </p:nvSpPr>
        <p:spPr>
          <a:xfrm>
            <a:off x="1249825" y="3018150"/>
            <a:ext cx="13197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74EA7"/>
                </a:solidFill>
                <a:latin typeface="Proxima Nova"/>
                <a:ea typeface="Proxima Nova"/>
                <a:cs typeface="Proxima Nova"/>
                <a:sym typeface="Proxima Nova"/>
              </a:rPr>
              <a:t>Hypotenuse</a:t>
            </a:r>
            <a:endParaRPr b="1">
              <a:solidFill>
                <a:srgbClr val="674EA7"/>
              </a:solidFill>
              <a:latin typeface="Proxima Nova"/>
              <a:ea typeface="Proxima Nova"/>
              <a:cs typeface="Proxima Nova"/>
              <a:sym typeface="Proxima Nova"/>
            </a:endParaRPr>
          </a:p>
          <a:p>
            <a:pPr indent="0" lvl="0" marL="0" rtl="0" algn="l">
              <a:spcBef>
                <a:spcPts val="0"/>
              </a:spcBef>
              <a:spcAft>
                <a:spcPts val="0"/>
              </a:spcAft>
              <a:buNone/>
            </a:pPr>
            <a:r>
              <a:rPr lang="en" sz="1200">
                <a:latin typeface="Proxima Nova Semibold"/>
                <a:ea typeface="Proxima Nova Semibold"/>
                <a:cs typeface="Proxima Nova Semibold"/>
                <a:sym typeface="Proxima Nova Semibold"/>
              </a:rPr>
              <a:t>(always across from right angle)</a:t>
            </a:r>
            <a:endParaRPr sz="1200">
              <a:latin typeface="Proxima Nova Semibold"/>
              <a:ea typeface="Proxima Nova Semibold"/>
              <a:cs typeface="Proxima Nova Semibold"/>
              <a:sym typeface="Proxima Nova Semibold"/>
            </a:endParaRPr>
          </a:p>
        </p:txBody>
      </p:sp>
      <p:sp>
        <p:nvSpPr>
          <p:cNvPr id="159" name="Google Shape;159;p29"/>
          <p:cNvSpPr txBox="1"/>
          <p:nvPr/>
        </p:nvSpPr>
        <p:spPr>
          <a:xfrm>
            <a:off x="3252300" y="3518792"/>
            <a:ext cx="13197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Proxima Nova"/>
                <a:ea typeface="Proxima Nova"/>
                <a:cs typeface="Proxima Nova"/>
                <a:sym typeface="Proxima Nova"/>
              </a:rPr>
              <a:t>Opposite</a:t>
            </a:r>
            <a:endParaRPr sz="1200">
              <a:solidFill>
                <a:schemeClr val="accent3"/>
              </a:solidFill>
              <a:latin typeface="Proxima Nova Semibold"/>
              <a:ea typeface="Proxima Nova Semibold"/>
              <a:cs typeface="Proxima Nova Semibold"/>
              <a:sym typeface="Proxima Nova Semibold"/>
            </a:endParaRPr>
          </a:p>
        </p:txBody>
      </p:sp>
      <p:sp>
        <p:nvSpPr>
          <p:cNvPr id="160" name="Google Shape;160;p29"/>
          <p:cNvSpPr txBox="1"/>
          <p:nvPr/>
        </p:nvSpPr>
        <p:spPr>
          <a:xfrm>
            <a:off x="2139275" y="4440200"/>
            <a:ext cx="9210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2"/>
                </a:solidFill>
                <a:latin typeface="Proxima Nova"/>
                <a:ea typeface="Proxima Nova"/>
                <a:cs typeface="Proxima Nova"/>
                <a:sym typeface="Proxima Nova"/>
              </a:rPr>
              <a:t>Adjacent</a:t>
            </a:r>
            <a:endParaRPr sz="1200">
              <a:solidFill>
                <a:schemeClr val="accent2"/>
              </a:solidFill>
              <a:latin typeface="Proxima Nova Semibold"/>
              <a:ea typeface="Proxima Nova Semibold"/>
              <a:cs typeface="Proxima Nova Semibold"/>
              <a:sym typeface="Proxima Nova Semibold"/>
            </a:endParaRPr>
          </a:p>
        </p:txBody>
      </p:sp>
      <p:sp>
        <p:nvSpPr>
          <p:cNvPr id="161" name="Google Shape;161;p29"/>
          <p:cNvSpPr/>
          <p:nvPr/>
        </p:nvSpPr>
        <p:spPr>
          <a:xfrm>
            <a:off x="2222500" y="4231825"/>
            <a:ext cx="144800" cy="272150"/>
          </a:xfrm>
          <a:custGeom>
            <a:rect b="b" l="l" r="r" t="t"/>
            <a:pathLst>
              <a:path extrusionOk="0" h="10886" w="5792">
                <a:moveTo>
                  <a:pt x="0" y="0"/>
                </a:moveTo>
                <a:cubicBezTo>
                  <a:pt x="3823" y="1274"/>
                  <a:pt x="7063" y="7281"/>
                  <a:pt x="5261" y="10886"/>
                </a:cubicBezTo>
              </a:path>
            </a:pathLst>
          </a:custGeom>
          <a:noFill/>
          <a:ln cap="flat" cmpd="sng" w="28575">
            <a:solidFill>
              <a:schemeClr val="accent6"/>
            </a:solidFill>
            <a:prstDash val="solid"/>
            <a:round/>
            <a:headEnd len="med" w="med" type="none"/>
            <a:tailEnd len="med" w="med" type="none"/>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65" name="Shape 165"/>
        <p:cNvGrpSpPr/>
        <p:nvPr/>
      </p:nvGrpSpPr>
      <p:grpSpPr>
        <a:xfrm>
          <a:off x="0" y="0"/>
          <a:ext cx="0" cy="0"/>
          <a:chOff x="0" y="0"/>
          <a:chExt cx="0" cy="0"/>
        </a:xfrm>
      </p:grpSpPr>
      <p:sp>
        <p:nvSpPr>
          <p:cNvPr id="166" name="Google Shape;166;p3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67" name="Google Shape;167;p3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68" name="Google Shape;168;p3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Trigonometry Ratios</a:t>
            </a:r>
            <a:endParaRPr b="1" sz="3300">
              <a:solidFill>
                <a:schemeClr val="lt1"/>
              </a:solidFill>
              <a:latin typeface="Roboto"/>
              <a:ea typeface="Roboto"/>
              <a:cs typeface="Roboto"/>
              <a:sym typeface="Roboto"/>
            </a:endParaRPr>
          </a:p>
        </p:txBody>
      </p:sp>
      <p:sp>
        <p:nvSpPr>
          <p:cNvPr id="169" name="Google Shape;169;p30"/>
          <p:cNvSpPr txBox="1"/>
          <p:nvPr/>
        </p:nvSpPr>
        <p:spPr>
          <a:xfrm>
            <a:off x="721025" y="1258550"/>
            <a:ext cx="4606800" cy="29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Sine, cosine, and tangent represent ratios of side lengths—so can be used to find them!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For example if sin(B) = 3/5</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The side lengths of the opposite side and the </a:t>
            </a:r>
            <a:r>
              <a:rPr lang="en" sz="2000">
                <a:solidFill>
                  <a:schemeClr val="dk2"/>
                </a:solidFill>
                <a:latin typeface="Proxima Nova Semibold"/>
                <a:ea typeface="Proxima Nova Semibold"/>
                <a:cs typeface="Proxima Nova Semibold"/>
                <a:sym typeface="Proxima Nova Semibold"/>
              </a:rPr>
              <a:t>hypotenuse</a:t>
            </a:r>
            <a:r>
              <a:rPr lang="en" sz="2000">
                <a:solidFill>
                  <a:schemeClr val="dk2"/>
                </a:solidFill>
                <a:latin typeface="Proxima Nova Semibold"/>
                <a:ea typeface="Proxima Nova Semibold"/>
                <a:cs typeface="Proxima Nova Semibold"/>
                <a:sym typeface="Proxima Nova Semibold"/>
              </a:rPr>
              <a:t> are in a 3/5 ratio (9/15)</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5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700">
              <a:solidFill>
                <a:schemeClr val="dk2"/>
              </a:solidFill>
              <a:latin typeface="Proxima Nova Semibold"/>
              <a:ea typeface="Proxima Nova Semibold"/>
              <a:cs typeface="Proxima Nova Semibold"/>
              <a:sym typeface="Proxima Nova Semibold"/>
            </a:endParaRPr>
          </a:p>
        </p:txBody>
      </p:sp>
      <p:pic>
        <p:nvPicPr>
          <p:cNvPr id="170" name="Google Shape;170;p30"/>
          <p:cNvPicPr preferRelativeResize="0"/>
          <p:nvPr/>
        </p:nvPicPr>
        <p:blipFill rotWithShape="1">
          <a:blip r:embed="rId3">
            <a:alphaModFix/>
          </a:blip>
          <a:srcRect b="5023" l="0" r="0" t="9689"/>
          <a:stretch/>
        </p:blipFill>
        <p:spPr>
          <a:xfrm>
            <a:off x="5327825" y="1666875"/>
            <a:ext cx="2819400" cy="2997575"/>
          </a:xfrm>
          <a:prstGeom prst="rect">
            <a:avLst/>
          </a:prstGeom>
          <a:noFill/>
          <a:ln>
            <a:noFill/>
          </a:ln>
        </p:spPr>
      </p:pic>
      <p:sp>
        <p:nvSpPr>
          <p:cNvPr id="171" name="Google Shape;171;p30"/>
          <p:cNvSpPr/>
          <p:nvPr/>
        </p:nvSpPr>
        <p:spPr>
          <a:xfrm>
            <a:off x="7337988" y="3989975"/>
            <a:ext cx="204475" cy="390425"/>
          </a:xfrm>
          <a:custGeom>
            <a:rect b="b" l="l" r="r" t="t"/>
            <a:pathLst>
              <a:path extrusionOk="0" h="15617" w="8179">
                <a:moveTo>
                  <a:pt x="647" y="15617"/>
                </a:moveTo>
                <a:cubicBezTo>
                  <a:pt x="-1626" y="10303"/>
                  <a:pt x="2623" y="1592"/>
                  <a:pt x="8179" y="0"/>
                </a:cubicBezTo>
              </a:path>
            </a:pathLst>
          </a:custGeom>
          <a:noFill/>
          <a:ln cap="flat" cmpd="sng" w="28575">
            <a:solidFill>
              <a:schemeClr val="accent6"/>
            </a:solidFill>
            <a:prstDash val="solid"/>
            <a:round/>
            <a:headEnd len="med" w="med" type="none"/>
            <a:tailEnd len="med" w="med" type="none"/>
          </a:ln>
        </p:spPr>
      </p:sp>
      <p:sp>
        <p:nvSpPr>
          <p:cNvPr id="172" name="Google Shape;172;p30"/>
          <p:cNvSpPr txBox="1"/>
          <p:nvPr/>
        </p:nvSpPr>
        <p:spPr>
          <a:xfrm>
            <a:off x="6701225" y="2622300"/>
            <a:ext cx="4299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latin typeface="Proxima Nova"/>
                <a:ea typeface="Proxima Nova"/>
                <a:cs typeface="Proxima Nova"/>
                <a:sym typeface="Proxima Nova"/>
              </a:rPr>
              <a:t>15</a:t>
            </a:r>
            <a:endParaRPr b="1" sz="1800">
              <a:solidFill>
                <a:srgbClr val="9900FF"/>
              </a:solidFill>
              <a:latin typeface="Proxima Nova"/>
              <a:ea typeface="Proxima Nova"/>
              <a:cs typeface="Proxima Nova"/>
              <a:sym typeface="Proxima Nova"/>
            </a:endParaRPr>
          </a:p>
        </p:txBody>
      </p:sp>
      <p:sp>
        <p:nvSpPr>
          <p:cNvPr id="173" name="Google Shape;173;p30"/>
          <p:cNvSpPr txBox="1"/>
          <p:nvPr/>
        </p:nvSpPr>
        <p:spPr>
          <a:xfrm>
            <a:off x="5160725" y="2962563"/>
            <a:ext cx="3210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0000"/>
                </a:solidFill>
                <a:latin typeface="Proxima Nova"/>
                <a:ea typeface="Proxima Nova"/>
                <a:cs typeface="Proxima Nova"/>
                <a:sym typeface="Proxima Nova"/>
              </a:rPr>
              <a:t>9</a:t>
            </a:r>
            <a:endParaRPr b="1" sz="1800">
              <a:solidFill>
                <a:srgbClr val="FF0000"/>
              </a:solidFill>
              <a:latin typeface="Proxima Nova"/>
              <a:ea typeface="Proxima Nova"/>
              <a:cs typeface="Proxima Nova"/>
              <a:sym typeface="Proxima Nova"/>
            </a:endParaRPr>
          </a:p>
        </p:txBody>
      </p:sp>
      <p:sp>
        <p:nvSpPr>
          <p:cNvPr id="174" name="Google Shape;174;p30"/>
          <p:cNvSpPr txBox="1"/>
          <p:nvPr/>
        </p:nvSpPr>
        <p:spPr>
          <a:xfrm rot="-5400000">
            <a:off x="5104150" y="3084250"/>
            <a:ext cx="1022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accent3"/>
                </a:solidFill>
                <a:latin typeface="Proxima Nova"/>
                <a:ea typeface="Proxima Nova"/>
                <a:cs typeface="Proxima Nova"/>
                <a:sym typeface="Proxima Nova"/>
              </a:rPr>
              <a:t>Opposite</a:t>
            </a:r>
            <a:endParaRPr sz="1200">
              <a:solidFill>
                <a:schemeClr val="accent3"/>
              </a:solidFill>
              <a:latin typeface="Proxima Nova Semibold"/>
              <a:ea typeface="Proxima Nova Semibold"/>
              <a:cs typeface="Proxima Nova Semibold"/>
              <a:sym typeface="Proxima Nova Semibold"/>
            </a:endParaRPr>
          </a:p>
        </p:txBody>
      </p:sp>
      <p:sp>
        <p:nvSpPr>
          <p:cNvPr id="175" name="Google Shape;175;p30"/>
          <p:cNvSpPr txBox="1"/>
          <p:nvPr/>
        </p:nvSpPr>
        <p:spPr>
          <a:xfrm>
            <a:off x="6087075" y="4017775"/>
            <a:ext cx="9210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2"/>
                </a:solidFill>
                <a:latin typeface="Proxima Nova"/>
                <a:ea typeface="Proxima Nova"/>
                <a:cs typeface="Proxima Nova"/>
                <a:sym typeface="Proxima Nova"/>
              </a:rPr>
              <a:t>Adjacent</a:t>
            </a:r>
            <a:endParaRPr sz="1200">
              <a:solidFill>
                <a:schemeClr val="accent2"/>
              </a:solidFill>
              <a:latin typeface="Proxima Nova Semibold"/>
              <a:ea typeface="Proxima Nova Semibold"/>
              <a:cs typeface="Proxima Nova Semibold"/>
              <a:sym typeface="Proxima Nova Semibold"/>
            </a:endParaRPr>
          </a:p>
        </p:txBody>
      </p:sp>
      <p:sp>
        <p:nvSpPr>
          <p:cNvPr id="176" name="Google Shape;176;p30"/>
          <p:cNvSpPr txBox="1"/>
          <p:nvPr/>
        </p:nvSpPr>
        <p:spPr>
          <a:xfrm rot="2701185">
            <a:off x="5931973" y="2998284"/>
            <a:ext cx="1231214" cy="33474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Proxima Nova"/>
                <a:ea typeface="Proxima Nova"/>
                <a:cs typeface="Proxima Nova"/>
                <a:sym typeface="Proxima Nova"/>
              </a:rPr>
              <a:t>Hypotenuse</a:t>
            </a:r>
            <a:endParaRPr sz="1200">
              <a:solidFill>
                <a:srgbClr val="674EA7"/>
              </a:solidFill>
              <a:latin typeface="Proxima Nova Semibold"/>
              <a:ea typeface="Proxima Nova Semibold"/>
              <a:cs typeface="Proxima Nova Semibold"/>
              <a:sym typeface="Proxima Nova Semibo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80" name="Shape 180"/>
        <p:cNvGrpSpPr/>
        <p:nvPr/>
      </p:nvGrpSpPr>
      <p:grpSpPr>
        <a:xfrm>
          <a:off x="0" y="0"/>
          <a:ext cx="0" cy="0"/>
          <a:chOff x="0" y="0"/>
          <a:chExt cx="0" cy="0"/>
        </a:xfrm>
      </p:grpSpPr>
      <p:sp>
        <p:nvSpPr>
          <p:cNvPr id="181" name="Google Shape;181;p31"/>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82" name="Google Shape;182;p31"/>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83" name="Google Shape;183;p31"/>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Last Tips</a:t>
            </a:r>
            <a:endParaRPr b="1" sz="3300">
              <a:solidFill>
                <a:schemeClr val="lt1"/>
              </a:solidFill>
              <a:latin typeface="Roboto"/>
              <a:ea typeface="Roboto"/>
              <a:cs typeface="Roboto"/>
              <a:sym typeface="Roboto"/>
            </a:endParaRPr>
          </a:p>
        </p:txBody>
      </p:sp>
      <p:sp>
        <p:nvSpPr>
          <p:cNvPr id="184" name="Google Shape;184;p31"/>
          <p:cNvSpPr txBox="1"/>
          <p:nvPr/>
        </p:nvSpPr>
        <p:spPr>
          <a:xfrm>
            <a:off x="721025" y="3702975"/>
            <a:ext cx="61257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Also, one rule that sometimes comes up: </a:t>
            </a:r>
            <a:endParaRPr sz="1700">
              <a:solidFill>
                <a:schemeClr val="dk2"/>
              </a:solidFill>
              <a:latin typeface="Proxima Nova Semibold"/>
              <a:ea typeface="Proxima Nova Semibold"/>
              <a:cs typeface="Proxima Nova Semibold"/>
              <a:sym typeface="Proxima Nova Semibold"/>
            </a:endParaRPr>
          </a:p>
        </p:txBody>
      </p:sp>
      <p:sp>
        <p:nvSpPr>
          <p:cNvPr id="185" name="Google Shape;185;p31"/>
          <p:cNvSpPr txBox="1"/>
          <p:nvPr/>
        </p:nvSpPr>
        <p:spPr>
          <a:xfrm>
            <a:off x="11212275" y="3028500"/>
            <a:ext cx="18600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latin typeface="Proxima Nova"/>
                <a:ea typeface="Proxima Nova"/>
                <a:cs typeface="Proxima Nova"/>
                <a:sym typeface="Proxima Nova"/>
              </a:rPr>
              <a:t>15</a:t>
            </a:r>
            <a:endParaRPr b="1" sz="1800">
              <a:solidFill>
                <a:srgbClr val="9900FF"/>
              </a:solidFill>
              <a:latin typeface="Proxima Nova"/>
              <a:ea typeface="Proxima Nova"/>
              <a:cs typeface="Proxima Nova"/>
              <a:sym typeface="Proxima Nova"/>
            </a:endParaRPr>
          </a:p>
        </p:txBody>
      </p:sp>
      <p:sp>
        <p:nvSpPr>
          <p:cNvPr id="186" name="Google Shape;186;p31"/>
          <p:cNvSpPr txBox="1"/>
          <p:nvPr/>
        </p:nvSpPr>
        <p:spPr>
          <a:xfrm>
            <a:off x="11102075" y="3217188"/>
            <a:ext cx="3210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FF0000"/>
              </a:solidFill>
              <a:latin typeface="Proxima Nova"/>
              <a:ea typeface="Proxima Nova"/>
              <a:cs typeface="Proxima Nova"/>
              <a:sym typeface="Proxima Nova"/>
            </a:endParaRPr>
          </a:p>
        </p:txBody>
      </p:sp>
      <p:sp>
        <p:nvSpPr>
          <p:cNvPr id="187" name="Google Shape;187;p31"/>
          <p:cNvSpPr txBox="1"/>
          <p:nvPr/>
        </p:nvSpPr>
        <p:spPr>
          <a:xfrm rot="-5400000">
            <a:off x="10841775" y="3399000"/>
            <a:ext cx="1022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accent3"/>
              </a:solidFill>
              <a:latin typeface="Proxima Nova Semibold"/>
              <a:ea typeface="Proxima Nova Semibold"/>
              <a:cs typeface="Proxima Nova Semibold"/>
              <a:sym typeface="Proxima Nova Semibold"/>
            </a:endParaRPr>
          </a:p>
        </p:txBody>
      </p:sp>
      <p:pic>
        <p:nvPicPr>
          <p:cNvPr id="188" name="Google Shape;188;p31"/>
          <p:cNvPicPr preferRelativeResize="0"/>
          <p:nvPr/>
        </p:nvPicPr>
        <p:blipFill>
          <a:blip r:embed="rId3">
            <a:alphaModFix/>
          </a:blip>
          <a:stretch>
            <a:fillRect/>
          </a:stretch>
        </p:blipFill>
        <p:spPr>
          <a:xfrm>
            <a:off x="721025" y="4129700"/>
            <a:ext cx="2095500" cy="381000"/>
          </a:xfrm>
          <a:prstGeom prst="rect">
            <a:avLst/>
          </a:prstGeom>
          <a:noFill/>
          <a:ln>
            <a:noFill/>
          </a:ln>
        </p:spPr>
      </p:pic>
      <p:sp>
        <p:nvSpPr>
          <p:cNvPr id="189" name="Google Shape;189;p31"/>
          <p:cNvSpPr txBox="1"/>
          <p:nvPr/>
        </p:nvSpPr>
        <p:spPr>
          <a:xfrm>
            <a:off x="721025" y="1232750"/>
            <a:ext cx="7551600" cy="22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Understand what the problem is looking for before you jump in! </a:t>
            </a:r>
            <a:endParaRPr sz="2000">
              <a:solidFill>
                <a:schemeClr val="dk2"/>
              </a:solidFill>
              <a:latin typeface="Proxima Nova Semibold"/>
              <a:ea typeface="Proxima Nova Semibold"/>
              <a:cs typeface="Proxima Nova Semibold"/>
              <a:sym typeface="Proxima Nova Semibold"/>
            </a:endParaRPr>
          </a:p>
          <a:p>
            <a:pPr indent="0" lvl="0" marL="457200" rtl="0" algn="l">
              <a:spcBef>
                <a:spcPts val="0"/>
              </a:spcBef>
              <a:spcAft>
                <a:spcPts val="0"/>
              </a:spcAft>
              <a:buClr>
                <a:schemeClr val="dk2"/>
              </a:buClr>
              <a:buSzPts val="1100"/>
              <a:buFont typeface="Arial"/>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If you’re not provided with a diagram, it can help to draw one and fill in all the information you’re given. </a:t>
            </a:r>
            <a:br>
              <a:rPr lang="en" sz="2000">
                <a:solidFill>
                  <a:schemeClr val="dk2"/>
                </a:solidFill>
                <a:latin typeface="Proxima Nova Semibold"/>
                <a:ea typeface="Proxima Nova Semibold"/>
                <a:cs typeface="Proxima Nova Semibold"/>
                <a:sym typeface="Proxima Nova Semibold"/>
              </a:rPr>
            </a:b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Similar Triangles       vs.       Congruent Triangles</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(angles are equal)                </a:t>
            </a:r>
            <a:r>
              <a:rPr lang="en" sz="2000">
                <a:solidFill>
                  <a:schemeClr val="dk2"/>
                </a:solidFill>
                <a:latin typeface="Proxima Nova Semibold"/>
                <a:ea typeface="Proxima Nova Semibold"/>
                <a:cs typeface="Proxima Nova Semibold"/>
                <a:sym typeface="Proxima Nova Semibold"/>
              </a:rPr>
              <a:t>(angles and sides are equal) </a:t>
            </a:r>
            <a:endParaRPr sz="2000">
              <a:solidFill>
                <a:schemeClr val="dk2"/>
              </a:solidFill>
              <a:latin typeface="Proxima Nova Semibold"/>
              <a:ea typeface="Proxima Nova Semibold"/>
              <a:cs typeface="Proxima Nova Semibold"/>
              <a:sym typeface="Proxima Nova Semibo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22" name="Shape 122"/>
        <p:cNvGrpSpPr/>
        <p:nvPr/>
      </p:nvGrpSpPr>
      <p:grpSpPr>
        <a:xfrm>
          <a:off x="0" y="0"/>
          <a:ext cx="0" cy="0"/>
          <a:chOff x="0" y="0"/>
          <a:chExt cx="0" cy="0"/>
        </a:xfrm>
      </p:grpSpPr>
      <p:sp>
        <p:nvSpPr>
          <p:cNvPr id="123" name="Google Shape;123;p27"/>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4" name="Google Shape;124;p27"/>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5" name="Google Shape;125;p27"/>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800">
                <a:solidFill>
                  <a:schemeClr val="lt1"/>
                </a:solidFill>
                <a:latin typeface="Roboto"/>
                <a:ea typeface="Roboto"/>
                <a:cs typeface="Roboto"/>
                <a:sym typeface="Roboto"/>
              </a:rPr>
              <a:t>TIPS FOR THIS TYPE OF QUESTION</a:t>
            </a:r>
            <a:endParaRPr b="1" sz="3800">
              <a:solidFill>
                <a:schemeClr val="lt1"/>
              </a:solidFill>
              <a:latin typeface="Roboto"/>
              <a:ea typeface="Roboto"/>
              <a:cs typeface="Roboto"/>
              <a:sym typeface="Roboto"/>
            </a:endParaRPr>
          </a:p>
        </p:txBody>
      </p:sp>
      <p:sp>
        <p:nvSpPr>
          <p:cNvPr id="126" name="Google Shape;126;p27"/>
          <p:cNvSpPr txBox="1"/>
          <p:nvPr/>
        </p:nvSpPr>
        <p:spPr>
          <a:xfrm>
            <a:off x="721025" y="866407"/>
            <a:ext cx="7701900" cy="3410700"/>
          </a:xfrm>
          <a:prstGeom prst="rect">
            <a:avLst/>
          </a:prstGeom>
          <a:noFill/>
          <a:ln>
            <a:noFill/>
          </a:ln>
        </p:spPr>
        <p:txBody>
          <a:bodyPr anchorCtr="0" anchor="ctr" bIns="75575" lIns="75575" spcFirstLastPara="1" rIns="75575" wrap="square" tIns="75575">
            <a:noAutofit/>
          </a:bodyPr>
          <a:lstStyle/>
          <a:p>
            <a:pPr indent="0" lvl="0" marL="0" rtl="0" algn="l">
              <a:lnSpc>
                <a:spcPct val="115000"/>
              </a:lnSpc>
              <a:spcBef>
                <a:spcPts val="0"/>
              </a:spcBef>
              <a:spcAft>
                <a:spcPts val="0"/>
              </a:spcAft>
              <a:buClr>
                <a:schemeClr val="dk2"/>
              </a:buClr>
              <a:buSzPts val="1100"/>
              <a:buFont typeface="Arial"/>
              <a:buNone/>
            </a:pPr>
            <a:r>
              <a:t/>
            </a:r>
            <a:endParaRPr sz="2600">
              <a:latin typeface="Proxima Nova"/>
              <a:ea typeface="Proxima Nova"/>
              <a:cs typeface="Proxima Nova"/>
              <a:sym typeface="Proxima Nova"/>
            </a:endParaRPr>
          </a:p>
          <a:p>
            <a:pPr indent="-457200" lvl="0" marL="457200" rtl="0" algn="l">
              <a:lnSpc>
                <a:spcPct val="115000"/>
              </a:lnSpc>
              <a:spcBef>
                <a:spcPts val="0"/>
              </a:spcBef>
              <a:spcAft>
                <a:spcPts val="0"/>
              </a:spcAft>
              <a:buSzPts val="3600"/>
              <a:buFont typeface="Proxima Nova"/>
              <a:buChar char="●"/>
            </a:pPr>
            <a:r>
              <a:rPr lang="en" sz="3600">
                <a:latin typeface="Proxima Nova"/>
                <a:ea typeface="Proxima Nova"/>
                <a:cs typeface="Proxima Nova"/>
                <a:sym typeface="Proxima Nova"/>
              </a:rPr>
              <a:t>π radians = 180°</a:t>
            </a:r>
            <a:endParaRPr sz="3600">
              <a:latin typeface="Proxima Nova"/>
              <a:ea typeface="Proxima Nova"/>
              <a:cs typeface="Proxima Nova"/>
              <a:sym typeface="Proxima Nova"/>
            </a:endParaRPr>
          </a:p>
          <a:p>
            <a:pPr indent="0" lvl="0" marL="457200" rtl="0" algn="l">
              <a:lnSpc>
                <a:spcPct val="115000"/>
              </a:lnSpc>
              <a:spcBef>
                <a:spcPts val="0"/>
              </a:spcBef>
              <a:spcAft>
                <a:spcPts val="0"/>
              </a:spcAft>
              <a:buNone/>
            </a:pPr>
            <a:r>
              <a:t/>
            </a:r>
            <a:endParaRPr sz="3600">
              <a:latin typeface="Proxima Nova"/>
              <a:ea typeface="Proxima Nova"/>
              <a:cs typeface="Proxima Nova"/>
              <a:sym typeface="Proxima Nova"/>
            </a:endParaRPr>
          </a:p>
          <a:p>
            <a:pPr indent="-457200" lvl="0" marL="457200" rtl="0" algn="l">
              <a:lnSpc>
                <a:spcPct val="115000"/>
              </a:lnSpc>
              <a:spcBef>
                <a:spcPts val="0"/>
              </a:spcBef>
              <a:spcAft>
                <a:spcPts val="0"/>
              </a:spcAft>
              <a:buSzPts val="3600"/>
              <a:buFont typeface="Proxima Nova"/>
              <a:buChar char="●"/>
            </a:pPr>
            <a:r>
              <a:rPr lang="en" sz="3600">
                <a:latin typeface="Proxima Nova"/>
                <a:ea typeface="Proxima Nova"/>
                <a:cs typeface="Proxima Nova"/>
                <a:sym typeface="Proxima Nova"/>
              </a:rPr>
              <a:t>The equation of a circle is:</a:t>
            </a:r>
            <a:endParaRPr sz="3600">
              <a:latin typeface="Proxima Nova"/>
              <a:ea typeface="Proxima Nova"/>
              <a:cs typeface="Proxima Nova"/>
              <a:sym typeface="Proxima Nova"/>
            </a:endParaRPr>
          </a:p>
          <a:p>
            <a:pPr indent="0" lvl="0" marL="457200" rtl="0" algn="l">
              <a:lnSpc>
                <a:spcPct val="115000"/>
              </a:lnSpc>
              <a:spcBef>
                <a:spcPts val="0"/>
              </a:spcBef>
              <a:spcAft>
                <a:spcPts val="0"/>
              </a:spcAft>
              <a:buNone/>
            </a:pPr>
            <a:r>
              <a:rPr lang="en" sz="3600">
                <a:latin typeface="Proxima Nova"/>
                <a:ea typeface="Proxima Nova"/>
                <a:cs typeface="Proxima Nova"/>
                <a:sym typeface="Proxima Nova"/>
              </a:rPr>
              <a:t>								</a:t>
            </a:r>
            <a:r>
              <a:rPr lang="en" sz="1200">
                <a:latin typeface="Proxima Nova"/>
                <a:ea typeface="Proxima Nova"/>
                <a:cs typeface="Proxima Nova"/>
                <a:sym typeface="Proxima Nova"/>
              </a:rPr>
              <a:t>x = x-coordinate</a:t>
            </a:r>
            <a:endParaRPr sz="12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latin typeface="Proxima Nova"/>
                <a:ea typeface="Proxima Nova"/>
                <a:cs typeface="Proxima Nova"/>
                <a:sym typeface="Proxima Nova"/>
              </a:rPr>
              <a:t>								           </a:t>
            </a:r>
            <a:r>
              <a:rPr lang="en" sz="1200">
                <a:latin typeface="Proxima Nova"/>
                <a:ea typeface="Proxima Nova"/>
                <a:cs typeface="Proxima Nova"/>
                <a:sym typeface="Proxima Nova"/>
              </a:rPr>
              <a:t>y</a:t>
            </a:r>
            <a:r>
              <a:rPr lang="en" sz="1200">
                <a:latin typeface="Proxima Nova"/>
                <a:ea typeface="Proxima Nova"/>
                <a:cs typeface="Proxima Nova"/>
                <a:sym typeface="Proxima Nova"/>
              </a:rPr>
              <a:t>  = y-coordinate</a:t>
            </a:r>
            <a:endParaRPr sz="1200">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1200">
                <a:latin typeface="Proxima Nova"/>
                <a:ea typeface="Proxima Nova"/>
                <a:cs typeface="Proxima Nova"/>
                <a:sym typeface="Proxima Nova"/>
              </a:rPr>
              <a:t>									</a:t>
            </a:r>
            <a:r>
              <a:rPr lang="en" sz="1200">
                <a:latin typeface="Proxima Nova"/>
                <a:ea typeface="Proxima Nova"/>
                <a:cs typeface="Proxima Nova"/>
                <a:sym typeface="Proxima Nova"/>
              </a:rPr>
              <a:t>r</a:t>
            </a:r>
            <a:r>
              <a:rPr lang="en" sz="1200">
                <a:latin typeface="Proxima Nova"/>
                <a:ea typeface="Proxima Nova"/>
                <a:cs typeface="Proxima Nova"/>
                <a:sym typeface="Proxima Nova"/>
              </a:rPr>
              <a:t> = radius</a:t>
            </a:r>
            <a:endParaRPr sz="1200">
              <a:latin typeface="Proxima Nova"/>
              <a:ea typeface="Proxima Nova"/>
              <a:cs typeface="Proxima Nova"/>
              <a:sym typeface="Proxima Nova"/>
            </a:endParaRPr>
          </a:p>
        </p:txBody>
      </p:sp>
      <p:pic>
        <p:nvPicPr>
          <p:cNvPr id="127" name="Google Shape;127;p27" title="Screenshot 2025-03-22 at 4.59.02 PM.png"/>
          <p:cNvPicPr preferRelativeResize="0"/>
          <p:nvPr/>
        </p:nvPicPr>
        <p:blipFill>
          <a:blip r:embed="rId3">
            <a:alphaModFix/>
          </a:blip>
          <a:stretch>
            <a:fillRect/>
          </a:stretch>
        </p:blipFill>
        <p:spPr>
          <a:xfrm>
            <a:off x="1067825" y="3486875"/>
            <a:ext cx="3194025" cy="6266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31" name="Shape 131"/>
        <p:cNvGrpSpPr/>
        <p:nvPr/>
      </p:nvGrpSpPr>
      <p:grpSpPr>
        <a:xfrm>
          <a:off x="0" y="0"/>
          <a:ext cx="0" cy="0"/>
          <a:chOff x="0" y="0"/>
          <a:chExt cx="0" cy="0"/>
        </a:xfrm>
      </p:grpSpPr>
      <p:sp>
        <p:nvSpPr>
          <p:cNvPr id="132" name="Google Shape;132;p2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3" name="Google Shape;133;p2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4" name="Google Shape;134;p2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800">
                <a:solidFill>
                  <a:schemeClr val="lt1"/>
                </a:solidFill>
                <a:latin typeface="Roboto"/>
                <a:ea typeface="Roboto"/>
                <a:cs typeface="Roboto"/>
                <a:sym typeface="Roboto"/>
              </a:rPr>
              <a:t>TIPS FOR THIS TYPE OF QUESTION</a:t>
            </a:r>
            <a:endParaRPr b="1" sz="3800">
              <a:solidFill>
                <a:schemeClr val="lt1"/>
              </a:solidFill>
              <a:latin typeface="Roboto"/>
              <a:ea typeface="Roboto"/>
              <a:cs typeface="Roboto"/>
              <a:sym typeface="Roboto"/>
            </a:endParaRPr>
          </a:p>
        </p:txBody>
      </p:sp>
      <p:sp>
        <p:nvSpPr>
          <p:cNvPr id="135" name="Google Shape;135;p28"/>
          <p:cNvSpPr txBox="1"/>
          <p:nvPr/>
        </p:nvSpPr>
        <p:spPr>
          <a:xfrm>
            <a:off x="721025" y="191007"/>
            <a:ext cx="7701900" cy="3410700"/>
          </a:xfrm>
          <a:prstGeom prst="rect">
            <a:avLst/>
          </a:prstGeom>
          <a:noFill/>
          <a:ln>
            <a:noFill/>
          </a:ln>
        </p:spPr>
        <p:txBody>
          <a:bodyPr anchorCtr="0" anchor="ctr" bIns="75575" lIns="75575" spcFirstLastPara="1" rIns="75575" wrap="square" tIns="75575">
            <a:noAutofit/>
          </a:bodyPr>
          <a:lstStyle/>
          <a:p>
            <a:pPr indent="0" lvl="0" marL="0" rtl="0" algn="l">
              <a:lnSpc>
                <a:spcPct val="115000"/>
              </a:lnSpc>
              <a:spcBef>
                <a:spcPts val="0"/>
              </a:spcBef>
              <a:spcAft>
                <a:spcPts val="0"/>
              </a:spcAft>
              <a:buNone/>
            </a:pPr>
            <a:r>
              <a:rPr lang="en" sz="3600">
                <a:latin typeface="Proxima Nova"/>
                <a:ea typeface="Proxima Nova"/>
                <a:cs typeface="Proxima Nova"/>
                <a:sym typeface="Proxima Nova"/>
              </a:rPr>
              <a:t>Tangent lines are perpendicular.</a:t>
            </a:r>
            <a:endParaRPr sz="1200">
              <a:latin typeface="Proxima Nova"/>
              <a:ea typeface="Proxima Nova"/>
              <a:cs typeface="Proxima Nova"/>
              <a:sym typeface="Proxima Nova"/>
            </a:endParaRPr>
          </a:p>
        </p:txBody>
      </p:sp>
      <p:pic>
        <p:nvPicPr>
          <p:cNvPr id="136" name="Google Shape;136;p28" title="Screenshot 2025-03-22 at 5.01.42 PM.png"/>
          <p:cNvPicPr preferRelativeResize="0"/>
          <p:nvPr/>
        </p:nvPicPr>
        <p:blipFill>
          <a:blip r:embed="rId3">
            <a:alphaModFix/>
          </a:blip>
          <a:stretch>
            <a:fillRect/>
          </a:stretch>
        </p:blipFill>
        <p:spPr>
          <a:xfrm>
            <a:off x="4945725" y="2571750"/>
            <a:ext cx="3067050" cy="2019300"/>
          </a:xfrm>
          <a:prstGeom prst="rect">
            <a:avLst/>
          </a:prstGeom>
          <a:noFill/>
          <a:ln>
            <a:noFill/>
          </a:ln>
        </p:spPr>
      </p:pic>
      <p:pic>
        <p:nvPicPr>
          <p:cNvPr id="137" name="Google Shape;137;p28"/>
          <p:cNvPicPr preferRelativeResize="0"/>
          <p:nvPr/>
        </p:nvPicPr>
        <p:blipFill>
          <a:blip r:embed="rId4">
            <a:alphaModFix/>
          </a:blip>
          <a:stretch>
            <a:fillRect/>
          </a:stretch>
        </p:blipFill>
        <p:spPr>
          <a:xfrm>
            <a:off x="1518650" y="2835952"/>
            <a:ext cx="1694101" cy="16364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choolhouse Theme">
  <a:themeElements>
    <a:clrScheme name="Material">
      <a:dk1>
        <a:srgbClr val="2A84EE"/>
      </a:dk1>
      <a:lt1>
        <a:srgbClr val="FFFFFF"/>
      </a:lt1>
      <a:dk2>
        <a:srgbClr val="000000"/>
      </a:dk2>
      <a:lt2>
        <a:srgbClr val="434343"/>
      </a:lt2>
      <a:accent1>
        <a:srgbClr val="0258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